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4"/>
    <p:sldMasterId id="2147483716" r:id="rId5"/>
    <p:sldMasterId id="2147483735" r:id="rId6"/>
    <p:sldMasterId id="2147483756" r:id="rId7"/>
  </p:sldMasterIdLst>
  <p:notesMasterIdLst>
    <p:notesMasterId r:id="rId27"/>
  </p:notesMasterIdLst>
  <p:handoutMasterIdLst>
    <p:handoutMasterId r:id="rId28"/>
  </p:handoutMasterIdLst>
  <p:sldIdLst>
    <p:sldId id="257" r:id="rId8"/>
    <p:sldId id="258" r:id="rId9"/>
    <p:sldId id="259" r:id="rId10"/>
    <p:sldId id="268" r:id="rId11"/>
    <p:sldId id="261" r:id="rId12"/>
    <p:sldId id="267" r:id="rId13"/>
    <p:sldId id="262" r:id="rId14"/>
    <p:sldId id="269" r:id="rId15"/>
    <p:sldId id="270" r:id="rId16"/>
    <p:sldId id="278" r:id="rId17"/>
    <p:sldId id="264" r:id="rId18"/>
    <p:sldId id="266" r:id="rId19"/>
    <p:sldId id="271" r:id="rId20"/>
    <p:sldId id="272" r:id="rId21"/>
    <p:sldId id="275" r:id="rId22"/>
    <p:sldId id="276" r:id="rId23"/>
    <p:sldId id="273" r:id="rId24"/>
    <p:sldId id="274" r:id="rId25"/>
    <p:sldId id="277" r:id="rId26"/>
  </p:sldIdLst>
  <p:sldSz cx="12192000" cy="6858000"/>
  <p:notesSz cx="7099300" cy="102346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C443F37B-E5F6-4B41-BB5B-61AC71A4A6DA}">
          <p14:sldIdLst>
            <p14:sldId id="257"/>
          </p14:sldIdLst>
        </p14:section>
        <p14:section name="Introduction" id="{E18DB2DD-87F3-4B14-9CD5-94FB38EF3178}">
          <p14:sldIdLst>
            <p14:sldId id="258"/>
            <p14:sldId id="259"/>
            <p14:sldId id="268"/>
            <p14:sldId id="261"/>
            <p14:sldId id="267"/>
            <p14:sldId id="262"/>
            <p14:sldId id="269"/>
            <p14:sldId id="270"/>
            <p14:sldId id="278"/>
            <p14:sldId id="264"/>
            <p14:sldId id="266"/>
          </p14:sldIdLst>
        </p14:section>
        <p14:section name="Backup" id="{1A036B2E-033C-43FB-AA14-21D2820366B4}">
          <p14:sldIdLst>
            <p14:sldId id="271"/>
            <p14:sldId id="272"/>
            <p14:sldId id="275"/>
            <p14:sldId id="276"/>
            <p14:sldId id="273"/>
            <p14:sldId id="274"/>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143353"/>
    <a:srgbClr val="005A8C"/>
    <a:srgbClr val="1B567C"/>
    <a:srgbClr val="234682"/>
    <a:srgbClr val="D7D8D7"/>
    <a:srgbClr val="C0C0C0"/>
    <a:srgbClr val="32B9B4"/>
    <a:srgbClr val="706F6F"/>
    <a:srgbClr val="FFFFFF"/>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42606E-EACF-1A2F-DC7C-9A452245C1A1}" v="590" dt="2025-11-14T01:40:58.512"/>
    <p1510:client id="{67E51D81-5EE9-F481-BB0D-107A84B40DB9}" v="2" dt="2025-11-13T12:24:37.106"/>
    <p1510:client id="{8C462312-80B9-8B5B-9048-84A42016F3B4}" v="813" dt="2025-11-14T03:19:00.231"/>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993" autoAdjust="0"/>
  </p:normalViewPr>
  <p:slideViewPr>
    <p:cSldViewPr snapToGrid="0">
      <p:cViewPr varScale="1">
        <p:scale>
          <a:sx n="119" d="100"/>
          <a:sy n="119" d="100"/>
        </p:scale>
        <p:origin x="1776"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4021138" y="0"/>
            <a:ext cx="3076575" cy="511175"/>
          </a:xfrm>
          <a:prstGeom prst="rect">
            <a:avLst/>
          </a:prstGeom>
        </p:spPr>
        <p:txBody>
          <a:bodyPr vert="horz" lIns="91440" tIns="45720" rIns="91440" bIns="45720" rtlCol="0"/>
          <a:lstStyle>
            <a:lvl1pPr algn="r">
              <a:defRPr sz="1200"/>
            </a:lvl1pPr>
          </a:lstStyle>
          <a:p>
            <a:fld id="{E40384E7-8005-ED4C-B931-7F44E75AE5C2}" type="datetimeFigureOut">
              <a:rPr lang="de-DE"/>
              <a:t>13.11.2025</a:t>
            </a:fld>
            <a:endParaRPr lang="de-DE"/>
          </a:p>
        </p:txBody>
      </p:sp>
      <p:sp>
        <p:nvSpPr>
          <p:cNvPr id="4" name="Fußzeilenplatzhalter 3"/>
          <p:cNvSpPr>
            <a:spLocks noGrp="1"/>
          </p:cNvSpPr>
          <p:nvPr>
            <p:ph type="ftr" sz="quarter" idx="2"/>
          </p:nvPr>
        </p:nvSpPr>
        <p:spPr>
          <a:xfrm>
            <a:off x="0" y="9721850"/>
            <a:ext cx="3076575" cy="511175"/>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4021138" y="9721850"/>
            <a:ext cx="3076575" cy="511175"/>
          </a:xfrm>
          <a:prstGeom prst="rect">
            <a:avLst/>
          </a:prstGeom>
        </p:spPr>
        <p:txBody>
          <a:bodyPr vert="horz" lIns="91440" tIns="45720" rIns="91440" bIns="45720" rtlCol="0" anchor="b"/>
          <a:lstStyle>
            <a:lvl1pPr algn="r">
              <a:defRPr sz="1200"/>
            </a:lvl1pPr>
          </a:lstStyle>
          <a:p>
            <a:fld id="{8C2454E5-A739-DA43-A710-94896D57E05E}" type="slidenum">
              <a:rPr/>
              <a:t>‹#›</a:t>
            </a:fld>
            <a:endParaRPr lang="de-DE"/>
          </a:p>
        </p:txBody>
      </p:sp>
    </p:spTree>
    <p:extLst>
      <p:ext uri="{BB962C8B-B14F-4D97-AF65-F5344CB8AC3E}">
        <p14:creationId xmlns:p14="http://schemas.microsoft.com/office/powerpoint/2010/main" val="7131004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3076363" cy="512956"/>
          </a:xfrm>
          <a:prstGeom prst="rect">
            <a:avLst/>
          </a:prstGeom>
        </p:spPr>
        <p:txBody>
          <a:bodyPr vert="horz" lIns="94313" tIns="47157" rIns="94313" bIns="47157" rtlCol="0"/>
          <a:lstStyle>
            <a:lvl1pPr algn="l">
              <a:defRPr sz="1200"/>
            </a:lvl1pPr>
          </a:lstStyle>
          <a:p>
            <a:endParaRPr lang="de-DE"/>
          </a:p>
        </p:txBody>
      </p:sp>
      <p:sp>
        <p:nvSpPr>
          <p:cNvPr id="3" name="Datumsplatzhalter 2"/>
          <p:cNvSpPr>
            <a:spLocks noGrp="1"/>
          </p:cNvSpPr>
          <p:nvPr>
            <p:ph type="dt" idx="1"/>
          </p:nvPr>
        </p:nvSpPr>
        <p:spPr>
          <a:xfrm>
            <a:off x="4021295" y="1"/>
            <a:ext cx="3076363" cy="512956"/>
          </a:xfrm>
          <a:prstGeom prst="rect">
            <a:avLst/>
          </a:prstGeom>
        </p:spPr>
        <p:txBody>
          <a:bodyPr vert="horz" lIns="94313" tIns="47157" rIns="94313" bIns="47157" rtlCol="0"/>
          <a:lstStyle>
            <a:lvl1pPr algn="r">
              <a:defRPr sz="1200"/>
            </a:lvl1pPr>
          </a:lstStyle>
          <a:p>
            <a:fld id="{7AAB56BA-6FC0-448B-8445-D750C02C9339}" type="datetimeFigureOut">
              <a:rPr lang="de-DE" smtClean="0"/>
              <a:t>13.11.2025</a:t>
            </a:fld>
            <a:endParaRPr lang="de-DE"/>
          </a:p>
        </p:txBody>
      </p:sp>
      <p:sp>
        <p:nvSpPr>
          <p:cNvPr id="4" name="Folienbildplatzhalt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313" tIns="47157" rIns="94313" bIns="47157" rtlCol="0" anchor="ctr"/>
          <a:lstStyle/>
          <a:p>
            <a:endParaRPr lang="de-DE"/>
          </a:p>
        </p:txBody>
      </p:sp>
      <p:sp>
        <p:nvSpPr>
          <p:cNvPr id="5" name="Notizenplatzhalter 4"/>
          <p:cNvSpPr>
            <a:spLocks noGrp="1"/>
          </p:cNvSpPr>
          <p:nvPr>
            <p:ph type="body" sz="quarter" idx="3"/>
          </p:nvPr>
        </p:nvSpPr>
        <p:spPr>
          <a:xfrm>
            <a:off x="709931" y="4925357"/>
            <a:ext cx="5679440" cy="4030134"/>
          </a:xfrm>
          <a:prstGeom prst="rect">
            <a:avLst/>
          </a:prstGeom>
        </p:spPr>
        <p:txBody>
          <a:bodyPr vert="horz" lIns="94313" tIns="47157" rIns="94313" bIns="47157"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1" y="9721657"/>
            <a:ext cx="3076363" cy="512956"/>
          </a:xfrm>
          <a:prstGeom prst="rect">
            <a:avLst/>
          </a:prstGeom>
        </p:spPr>
        <p:txBody>
          <a:bodyPr vert="horz" lIns="94313" tIns="47157" rIns="94313" bIns="47157" rtlCol="0" anchor="b"/>
          <a:lstStyle>
            <a:lvl1pPr algn="l">
              <a:defRPr sz="1200"/>
            </a:lvl1pPr>
          </a:lstStyle>
          <a:p>
            <a:endParaRPr lang="de-DE"/>
          </a:p>
        </p:txBody>
      </p:sp>
      <p:sp>
        <p:nvSpPr>
          <p:cNvPr id="7" name="Foliennummernplatzhalter 6"/>
          <p:cNvSpPr>
            <a:spLocks noGrp="1"/>
          </p:cNvSpPr>
          <p:nvPr>
            <p:ph type="sldNum" sz="quarter" idx="5"/>
          </p:nvPr>
        </p:nvSpPr>
        <p:spPr>
          <a:xfrm>
            <a:off x="4021295" y="9721657"/>
            <a:ext cx="3076363" cy="512956"/>
          </a:xfrm>
          <a:prstGeom prst="rect">
            <a:avLst/>
          </a:prstGeom>
        </p:spPr>
        <p:txBody>
          <a:bodyPr vert="horz" lIns="94313" tIns="47157" rIns="94313" bIns="47157" rtlCol="0" anchor="b"/>
          <a:lstStyle>
            <a:lvl1pPr algn="r">
              <a:defRPr sz="1200"/>
            </a:lvl1pPr>
          </a:lstStyle>
          <a:p>
            <a:fld id="{6092990A-207A-402B-9F59-8D68780C824A}" type="slidenum">
              <a:rPr lang="de-DE" smtClean="0"/>
              <a:t>‹#›</a:t>
            </a:fld>
            <a:endParaRPr lang="de-DE"/>
          </a:p>
        </p:txBody>
      </p:sp>
    </p:spTree>
    <p:extLst>
      <p:ext uri="{BB962C8B-B14F-4D97-AF65-F5344CB8AC3E}">
        <p14:creationId xmlns:p14="http://schemas.microsoft.com/office/powerpoint/2010/main" val="2901491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ur-lex.europa.eu/legal-content/EN/TXT/?uri=CELEX%3A32024R1781&amp;qid=1719580391746"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solidFill>
                  <a:srgbClr val="BCBEC4"/>
                </a:solidFill>
              </a:rPr>
              <a:t>Good</a:t>
            </a:r>
            <a:r>
              <a:rPr lang="de-DE" dirty="0">
                <a:solidFill>
                  <a:srgbClr val="BCBEC4"/>
                </a:solidFill>
              </a:rPr>
              <a:t> </a:t>
            </a:r>
            <a:r>
              <a:rPr lang="de-DE" dirty="0" err="1">
                <a:solidFill>
                  <a:srgbClr val="BCBEC4"/>
                </a:solidFill>
              </a:rPr>
              <a:t>morning</a:t>
            </a:r>
            <a:r>
              <a:rPr lang="de-DE" dirty="0">
                <a:solidFill>
                  <a:srgbClr val="BCBEC4"/>
                </a:solidFill>
              </a:rPr>
              <a:t>, My Name </a:t>
            </a:r>
            <a:r>
              <a:rPr lang="de-DE" dirty="0" err="1">
                <a:solidFill>
                  <a:srgbClr val="BCBEC4"/>
                </a:solidFill>
              </a:rPr>
              <a:t>is</a:t>
            </a:r>
            <a:r>
              <a:rPr lang="de-DE" dirty="0">
                <a:solidFill>
                  <a:srgbClr val="BCBEC4"/>
                </a:solidFill>
              </a:rPr>
              <a:t> Peter Stein And i </a:t>
            </a:r>
            <a:r>
              <a:rPr lang="de-DE" dirty="0" err="1">
                <a:solidFill>
                  <a:srgbClr val="BCBEC4"/>
                </a:solidFill>
              </a:rPr>
              <a:t>work</a:t>
            </a:r>
            <a:r>
              <a:rPr lang="de-DE" dirty="0">
                <a:solidFill>
                  <a:srgbClr val="BCBEC4"/>
                </a:solidFill>
              </a:rPr>
              <a:t> at </a:t>
            </a:r>
            <a:r>
              <a:rPr lang="de-DE" dirty="0" err="1">
                <a:solidFill>
                  <a:srgbClr val="BCBEC4"/>
                </a:solidFill>
              </a:rPr>
              <a:t>the</a:t>
            </a:r>
            <a:r>
              <a:rPr lang="de-DE" dirty="0">
                <a:solidFill>
                  <a:srgbClr val="BCBEC4"/>
                </a:solidFill>
              </a:rPr>
              <a:t> German Research Center </a:t>
            </a:r>
            <a:r>
              <a:rPr lang="de-DE" dirty="0" err="1">
                <a:solidFill>
                  <a:srgbClr val="BCBEC4"/>
                </a:solidFill>
              </a:rPr>
              <a:t>for</a:t>
            </a:r>
            <a:r>
              <a:rPr lang="de-DE" dirty="0">
                <a:solidFill>
                  <a:srgbClr val="BCBEC4"/>
                </a:solidFill>
              </a:rPr>
              <a:t> </a:t>
            </a:r>
            <a:r>
              <a:rPr lang="de-DE" dirty="0" err="1">
                <a:solidFill>
                  <a:srgbClr val="BCBEC4"/>
                </a:solidFill>
              </a:rPr>
              <a:t>Artificial</a:t>
            </a:r>
            <a:r>
              <a:rPr lang="de-DE" dirty="0">
                <a:solidFill>
                  <a:srgbClr val="BCBEC4"/>
                </a:solidFill>
              </a:rPr>
              <a:t> </a:t>
            </a:r>
            <a:r>
              <a:rPr lang="de-DE" dirty="0" err="1">
                <a:solidFill>
                  <a:srgbClr val="BCBEC4"/>
                </a:solidFill>
              </a:rPr>
              <a:t>Intelligence</a:t>
            </a:r>
            <a:r>
              <a:rPr lang="de-DE" dirty="0">
                <a:solidFill>
                  <a:srgbClr val="BCBEC4"/>
                </a:solidFill>
              </a:rPr>
              <a:t> . </a:t>
            </a:r>
            <a:endParaRPr lang="en-IN" dirty="0">
              <a:solidFill>
                <a:srgbClr val="000000"/>
              </a:solidFill>
            </a:endParaRPr>
          </a:p>
          <a:p>
            <a:endParaRPr lang="de-DE" dirty="0">
              <a:solidFill>
                <a:srgbClr val="BCBEC4"/>
              </a:solidFill>
            </a:endParaRPr>
          </a:p>
          <a:p>
            <a:r>
              <a:rPr lang="de-DE" dirty="0" err="1">
                <a:solidFill>
                  <a:srgbClr val="BCBEC4"/>
                </a:solidFill>
              </a:rPr>
              <a:t>Together</a:t>
            </a:r>
            <a:r>
              <a:rPr lang="de-DE" dirty="0">
                <a:solidFill>
                  <a:srgbClr val="BCBEC4"/>
                </a:solidFill>
              </a:rPr>
              <a:t> </a:t>
            </a:r>
            <a:r>
              <a:rPr lang="de-DE" dirty="0" err="1">
                <a:solidFill>
                  <a:srgbClr val="BCBEC4"/>
                </a:solidFill>
              </a:rPr>
              <a:t>with</a:t>
            </a:r>
            <a:r>
              <a:rPr lang="de-DE" dirty="0">
                <a:solidFill>
                  <a:srgbClr val="BCBEC4"/>
                </a:solidFill>
              </a:rPr>
              <a:t> System180 and Green-AI Hub </a:t>
            </a:r>
            <a:r>
              <a:rPr lang="de-DE" dirty="0" err="1">
                <a:solidFill>
                  <a:srgbClr val="BCBEC4"/>
                </a:solidFill>
              </a:rPr>
              <a:t>we</a:t>
            </a:r>
            <a:r>
              <a:rPr lang="de-DE" dirty="0">
                <a:solidFill>
                  <a:srgbClr val="BCBEC4"/>
                </a:solidFill>
              </a:rPr>
              <a:t> </a:t>
            </a:r>
            <a:r>
              <a:rPr lang="de-DE" dirty="0" err="1">
                <a:solidFill>
                  <a:srgbClr val="BCBEC4"/>
                </a:solidFill>
              </a:rPr>
              <a:t>built</a:t>
            </a:r>
            <a:r>
              <a:rPr lang="de-DE" dirty="0">
                <a:solidFill>
                  <a:srgbClr val="BCBEC4"/>
                </a:solidFill>
              </a:rPr>
              <a:t> a digital </a:t>
            </a:r>
            <a:r>
              <a:rPr lang="de-DE" dirty="0" err="1">
                <a:solidFill>
                  <a:srgbClr val="BCBEC4"/>
                </a:solidFill>
              </a:rPr>
              <a:t>product</a:t>
            </a:r>
            <a:r>
              <a:rPr lang="de-DE" dirty="0">
                <a:solidFill>
                  <a:srgbClr val="BCBEC4"/>
                </a:solidFill>
              </a:rPr>
              <a:t> </a:t>
            </a:r>
            <a:r>
              <a:rPr lang="de-DE" dirty="0" err="1">
                <a:solidFill>
                  <a:srgbClr val="BCBEC4"/>
                </a:solidFill>
              </a:rPr>
              <a:t>passport</a:t>
            </a:r>
            <a:r>
              <a:rPr lang="de-DE" dirty="0">
                <a:solidFill>
                  <a:srgbClr val="BCBEC4"/>
                </a:solidFill>
              </a:rPr>
              <a:t> </a:t>
            </a:r>
            <a:r>
              <a:rPr lang="de-DE" dirty="0" err="1">
                <a:solidFill>
                  <a:srgbClr val="BCBEC4"/>
                </a:solidFill>
              </a:rPr>
              <a:t>workflow</a:t>
            </a:r>
            <a:r>
              <a:rPr lang="de-DE" dirty="0">
                <a:solidFill>
                  <a:srgbClr val="BCBEC4"/>
                </a:solidFill>
              </a:rPr>
              <a:t> </a:t>
            </a:r>
            <a:r>
              <a:rPr lang="de-DE" dirty="0" err="1">
                <a:solidFill>
                  <a:srgbClr val="BCBEC4"/>
                </a:solidFill>
              </a:rPr>
              <a:t>for</a:t>
            </a:r>
            <a:r>
              <a:rPr lang="de-DE" dirty="0">
                <a:solidFill>
                  <a:srgbClr val="BCBEC4"/>
                </a:solidFill>
              </a:rPr>
              <a:t> modular </a:t>
            </a:r>
            <a:r>
              <a:rPr lang="de-DE" dirty="0" err="1">
                <a:solidFill>
                  <a:srgbClr val="BCBEC4"/>
                </a:solidFill>
              </a:rPr>
              <a:t>furniture</a:t>
            </a:r>
            <a:r>
              <a:rPr lang="de-DE" dirty="0">
                <a:solidFill>
                  <a:srgbClr val="BCBEC4"/>
                </a:solidFill>
              </a:rPr>
              <a:t> </a:t>
            </a:r>
            <a:r>
              <a:rPr lang="de-DE" dirty="0" err="1">
                <a:solidFill>
                  <a:srgbClr val="BCBEC4"/>
                </a:solidFill>
              </a:rPr>
              <a:t>that</a:t>
            </a:r>
            <a:r>
              <a:rPr lang="de-DE" dirty="0">
                <a:solidFill>
                  <a:srgbClr val="BCBEC4"/>
                </a:solidFill>
              </a:rPr>
              <a:t> </a:t>
            </a:r>
            <a:r>
              <a:rPr lang="de-DE" dirty="0" err="1">
                <a:solidFill>
                  <a:srgbClr val="BCBEC4"/>
                </a:solidFill>
              </a:rPr>
              <a:t>does</a:t>
            </a:r>
            <a:r>
              <a:rPr lang="de-DE" dirty="0">
                <a:solidFill>
                  <a:srgbClr val="BCBEC4"/>
                </a:solidFill>
              </a:rPr>
              <a:t> not </a:t>
            </a:r>
            <a:r>
              <a:rPr lang="de-DE" dirty="0" err="1">
                <a:solidFill>
                  <a:srgbClr val="BCBEC4"/>
                </a:solidFill>
              </a:rPr>
              <a:t>rely</a:t>
            </a:r>
            <a:r>
              <a:rPr lang="de-DE" dirty="0">
                <a:solidFill>
                  <a:srgbClr val="BCBEC4"/>
                </a:solidFill>
              </a:rPr>
              <a:t> on QR </a:t>
            </a:r>
            <a:r>
              <a:rPr lang="de-DE" dirty="0" err="1">
                <a:solidFill>
                  <a:srgbClr val="BCBEC4"/>
                </a:solidFill>
              </a:rPr>
              <a:t>codes</a:t>
            </a:r>
            <a:r>
              <a:rPr lang="de-DE" dirty="0">
                <a:solidFill>
                  <a:srgbClr val="BCBEC4"/>
                </a:solidFill>
              </a:rPr>
              <a:t> </a:t>
            </a:r>
            <a:r>
              <a:rPr lang="de-DE" dirty="0" err="1">
                <a:solidFill>
                  <a:srgbClr val="BCBEC4"/>
                </a:solidFill>
              </a:rPr>
              <a:t>or</a:t>
            </a:r>
            <a:r>
              <a:rPr lang="de-DE" dirty="0">
                <a:solidFill>
                  <a:srgbClr val="BCBEC4"/>
                </a:solidFill>
              </a:rPr>
              <a:t> RFID tags. </a:t>
            </a:r>
            <a:endParaRPr lang="en-IN" dirty="0">
              <a:solidFill>
                <a:srgbClr val="000000"/>
              </a:solidFill>
            </a:endParaRPr>
          </a:p>
          <a:p>
            <a:endParaRPr lang="de-DE" dirty="0">
              <a:solidFill>
                <a:srgbClr val="BCBEC4"/>
              </a:solidFill>
            </a:endParaRPr>
          </a:p>
          <a:p>
            <a:r>
              <a:rPr lang="de-DE" dirty="0" err="1">
                <a:solidFill>
                  <a:srgbClr val="BCBEC4"/>
                </a:solidFill>
              </a:rPr>
              <a:t>I’ll</a:t>
            </a:r>
            <a:r>
              <a:rPr lang="de-DE" dirty="0">
                <a:solidFill>
                  <a:srgbClr val="BCBEC4"/>
                </a:solidFill>
              </a:rPr>
              <a:t> </a:t>
            </a:r>
            <a:r>
              <a:rPr lang="de-DE" dirty="0" err="1">
                <a:solidFill>
                  <a:srgbClr val="BCBEC4"/>
                </a:solidFill>
              </a:rPr>
              <a:t>show</a:t>
            </a:r>
            <a:r>
              <a:rPr lang="de-DE" dirty="0">
                <a:solidFill>
                  <a:srgbClr val="BCBEC4"/>
                </a:solidFill>
              </a:rPr>
              <a:t> </a:t>
            </a:r>
            <a:r>
              <a:rPr lang="de-DE" dirty="0" err="1">
                <a:solidFill>
                  <a:srgbClr val="BCBEC4"/>
                </a:solidFill>
              </a:rPr>
              <a:t>how</a:t>
            </a:r>
            <a:r>
              <a:rPr lang="de-DE" dirty="0">
                <a:solidFill>
                  <a:srgbClr val="BCBEC4"/>
                </a:solidFill>
              </a:rPr>
              <a:t> </a:t>
            </a:r>
            <a:r>
              <a:rPr lang="de-DE" dirty="0" err="1">
                <a:solidFill>
                  <a:srgbClr val="BCBEC4"/>
                </a:solidFill>
              </a:rPr>
              <a:t>the</a:t>
            </a:r>
            <a:r>
              <a:rPr lang="de-DE" dirty="0">
                <a:solidFill>
                  <a:srgbClr val="BCBEC4"/>
                </a:solidFill>
              </a:rPr>
              <a:t> Collection </a:t>
            </a:r>
            <a:r>
              <a:rPr lang="de-DE" dirty="0" err="1">
                <a:solidFill>
                  <a:srgbClr val="BCBEC4"/>
                </a:solidFill>
              </a:rPr>
              <a:t>Principle</a:t>
            </a:r>
            <a:r>
              <a:rPr lang="de-DE" dirty="0">
                <a:solidFill>
                  <a:srgbClr val="BCBEC4"/>
                </a:solidFill>
              </a:rPr>
              <a:t>, </a:t>
            </a:r>
            <a:r>
              <a:rPr lang="de-DE" dirty="0" err="1">
                <a:solidFill>
                  <a:srgbClr val="BCBEC4"/>
                </a:solidFill>
              </a:rPr>
              <a:t>computer</a:t>
            </a:r>
            <a:r>
              <a:rPr lang="de-DE" dirty="0">
                <a:solidFill>
                  <a:srgbClr val="BCBEC4"/>
                </a:solidFill>
              </a:rPr>
              <a:t> </a:t>
            </a:r>
            <a:r>
              <a:rPr lang="de-DE" dirty="0" err="1">
                <a:solidFill>
                  <a:srgbClr val="BCBEC4"/>
                </a:solidFill>
              </a:rPr>
              <a:t>vision</a:t>
            </a:r>
            <a:r>
              <a:rPr lang="de-DE" dirty="0">
                <a:solidFill>
                  <a:srgbClr val="BCBEC4"/>
                </a:solidFill>
              </a:rPr>
              <a:t>, and a Neo4j </a:t>
            </a:r>
            <a:r>
              <a:rPr lang="de-DE" dirty="0" err="1">
                <a:solidFill>
                  <a:srgbClr val="BCBEC4"/>
                </a:solidFill>
              </a:rPr>
              <a:t>graph</a:t>
            </a:r>
            <a:r>
              <a:rPr lang="de-DE" dirty="0">
                <a:solidFill>
                  <a:srgbClr val="BCBEC4"/>
                </a:solidFill>
              </a:rPr>
              <a:t> </a:t>
            </a:r>
            <a:r>
              <a:rPr lang="de-DE" dirty="0" err="1">
                <a:solidFill>
                  <a:srgbClr val="BCBEC4"/>
                </a:solidFill>
              </a:rPr>
              <a:t>give</a:t>
            </a:r>
            <a:r>
              <a:rPr lang="de-DE" dirty="0">
                <a:solidFill>
                  <a:srgbClr val="BCBEC4"/>
                </a:solidFill>
              </a:rPr>
              <a:t> System180 an </a:t>
            </a:r>
            <a:r>
              <a:rPr lang="de-DE" dirty="0" err="1">
                <a:solidFill>
                  <a:srgbClr val="BCBEC4"/>
                </a:solidFill>
              </a:rPr>
              <a:t>auditable</a:t>
            </a:r>
            <a:r>
              <a:rPr lang="de-DE" dirty="0">
                <a:solidFill>
                  <a:srgbClr val="BCBEC4"/>
                </a:solidFill>
              </a:rPr>
              <a:t> trace </a:t>
            </a:r>
            <a:r>
              <a:rPr lang="de-DE" dirty="0" err="1">
                <a:solidFill>
                  <a:srgbClr val="BCBEC4"/>
                </a:solidFill>
              </a:rPr>
              <a:t>of</a:t>
            </a:r>
            <a:r>
              <a:rPr lang="de-DE" dirty="0">
                <a:solidFill>
                  <a:srgbClr val="BCBEC4"/>
                </a:solidFill>
              </a:rPr>
              <a:t> </a:t>
            </a:r>
            <a:r>
              <a:rPr lang="de-DE" dirty="0" err="1">
                <a:solidFill>
                  <a:srgbClr val="BCBEC4"/>
                </a:solidFill>
              </a:rPr>
              <a:t>every</a:t>
            </a:r>
            <a:r>
              <a:rPr lang="de-DE" dirty="0">
                <a:solidFill>
                  <a:srgbClr val="BCBEC4"/>
                </a:solidFill>
              </a:rPr>
              <a:t> </a:t>
            </a:r>
            <a:r>
              <a:rPr lang="de-DE" dirty="0" err="1">
                <a:solidFill>
                  <a:srgbClr val="BCBEC4"/>
                </a:solidFill>
              </a:rPr>
              <a:t>reusable</a:t>
            </a:r>
            <a:r>
              <a:rPr lang="de-DE" dirty="0">
                <a:solidFill>
                  <a:srgbClr val="BCBEC4"/>
                </a:solidFill>
              </a:rPr>
              <a:t> </a:t>
            </a:r>
            <a:r>
              <a:rPr lang="de-DE" dirty="0" err="1">
                <a:solidFill>
                  <a:srgbClr val="BCBEC4"/>
                </a:solidFill>
              </a:rPr>
              <a:t>component</a:t>
            </a:r>
            <a:r>
              <a:rPr lang="de-DE" dirty="0">
                <a:solidFill>
                  <a:srgbClr val="BCBEC4"/>
                </a:solidFill>
              </a:rPr>
              <a:t>.”</a:t>
            </a:r>
            <a:endParaRPr lang="en-IN" sz="1200" kern="1200">
              <a:solidFill>
                <a:schemeClr val="tx1"/>
              </a:solidFill>
              <a:effectLst/>
              <a:latin typeface="+mn-lt"/>
              <a:ea typeface="Calibri"/>
              <a:cs typeface="Calibri"/>
            </a:endParaRPr>
          </a:p>
        </p:txBody>
      </p:sp>
      <p:sp>
        <p:nvSpPr>
          <p:cNvPr id="4" name="Foliennummernplatzhalter 3"/>
          <p:cNvSpPr>
            <a:spLocks noGrp="1"/>
          </p:cNvSpPr>
          <p:nvPr>
            <p:ph type="sldNum" sz="quarter" idx="5"/>
          </p:nvPr>
        </p:nvSpPr>
        <p:spPr/>
        <p:txBody>
          <a:bodyPr/>
          <a:lstStyle/>
          <a:p>
            <a:fld id="{FCFEDE48-DB84-4F21-BC8A-6E52D9C78A5B}" type="slidenum">
              <a:rPr lang="de-DE" smtClean="0"/>
              <a:t>1</a:t>
            </a:fld>
            <a:endParaRPr lang="de-DE"/>
          </a:p>
        </p:txBody>
      </p:sp>
    </p:spTree>
    <p:extLst>
      <p:ext uri="{BB962C8B-B14F-4D97-AF65-F5344CB8AC3E}">
        <p14:creationId xmlns:p14="http://schemas.microsoft.com/office/powerpoint/2010/main" val="30425161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BCBEC4"/>
                </a:solidFill>
              </a:rPr>
              <a:t>The Ecodesign for Sustainable Products Regulation mandates DPPs for many sectors, including furniture. A DPP isn’t just a PDF; it needs live data on composition, condition, and circularity. System180 builds stainless tube systems that stay in service for decades, but today’s manual inventories can’t keep pace. Our goal is to automate how those components are documented so reuse becomes faster and compliant</a:t>
            </a:r>
            <a:endParaRPr lang="en-US" dirty="0"/>
          </a:p>
          <a:p>
            <a:endParaRPr lang="en-US" dirty="0"/>
          </a:p>
          <a:p>
            <a:r>
              <a:rPr lang="en-US" dirty="0"/>
              <a:t>Furniture manufacturers will be required to include Digital Product Passports (DPPs) with their products</a:t>
            </a:r>
            <a:endParaRPr lang="en-US" dirty="0">
              <a:ea typeface="Calibri"/>
              <a:cs typeface="Calibri"/>
            </a:endParaRPr>
          </a:p>
          <a:p>
            <a:endParaRPr lang="en-US" dirty="0">
              <a:ea typeface="Calibri"/>
              <a:cs typeface="Calibri"/>
            </a:endParaRPr>
          </a:p>
          <a:p>
            <a:r>
              <a:rPr lang="en-US" dirty="0"/>
              <a:t>DPPs will contain information on sustainability performance, repairability, and end-of-life information</a:t>
            </a:r>
            <a:endParaRPr lang="en-US" dirty="0">
              <a:ea typeface="Calibri"/>
              <a:cs typeface="Calibri"/>
            </a:endParaRPr>
          </a:p>
          <a:p>
            <a:endParaRPr lang="en-US" dirty="0"/>
          </a:p>
          <a:p>
            <a:r>
              <a:rPr lang="en-US" dirty="0"/>
              <a:t>Furniture is explicitly listed in the ESPR Working Plan 2025–2030 adopted by the European Commission in April 2025. </a:t>
            </a:r>
            <a:endParaRPr lang="en-US" dirty="0">
              <a:ea typeface="Calibri"/>
              <a:cs typeface="Calibri"/>
            </a:endParaRPr>
          </a:p>
          <a:p>
            <a:endParaRPr lang="en-US" dirty="0">
              <a:ea typeface="Calibri"/>
              <a:cs typeface="Calibri"/>
            </a:endParaRPr>
          </a:p>
          <a:p>
            <a:r>
              <a:rPr lang="en-US" dirty="0">
                <a:solidFill>
                  <a:srgbClr val="00002E"/>
                </a:solidFill>
              </a:rPr>
              <a:t>The </a:t>
            </a:r>
            <a:r>
              <a:rPr lang="en-US" u="sng" dirty="0">
                <a:solidFill>
                  <a:srgbClr val="0046FF"/>
                </a:solidFill>
                <a:hlinkClick r:id="rId3"/>
              </a:rPr>
              <a:t>Ecodesign for Sustainable Products Regulation</a:t>
            </a:r>
            <a:r>
              <a:rPr lang="en-US" b="1" dirty="0">
                <a:solidFill>
                  <a:srgbClr val="00002E"/>
                </a:solidFill>
              </a:rPr>
              <a:t> </a:t>
            </a:r>
            <a:r>
              <a:rPr lang="en-US" dirty="0">
                <a:solidFill>
                  <a:srgbClr val="00002E"/>
                </a:solidFill>
              </a:rPr>
              <a:t>(ESPR), which entered into force on 18 July 2024</a:t>
            </a:r>
            <a:r>
              <a:rPr lang="en-US" i="1" dirty="0">
                <a:solidFill>
                  <a:srgbClr val="00002E"/>
                </a:solidFill>
              </a:rPr>
              <a:t>, </a:t>
            </a:r>
            <a:r>
              <a:rPr lang="en-US" dirty="0">
                <a:solidFill>
                  <a:srgbClr val="00002E"/>
                </a:solidFill>
              </a:rPr>
              <a:t>is the European Commission’s approach to more environmentally sustainable and circular products.</a:t>
            </a:r>
            <a:endParaRPr lang="en-US" dirty="0"/>
          </a:p>
          <a:p>
            <a:r>
              <a:rPr lang="en-US" dirty="0">
                <a:solidFill>
                  <a:srgbClr val="00002E"/>
                </a:solidFill>
                <a:ea typeface="Calibri"/>
                <a:cs typeface="Calibri"/>
              </a:rPr>
              <a:t>The goal is to reduce impact on the environment and reduce </a:t>
            </a:r>
            <a:r>
              <a:rPr lang="en-US" dirty="0" err="1">
                <a:solidFill>
                  <a:srgbClr val="00002E"/>
                </a:solidFill>
                <a:ea typeface="Calibri"/>
                <a:cs typeface="Calibri"/>
              </a:rPr>
              <a:t>polution</a:t>
            </a:r>
            <a:r>
              <a:rPr lang="en-US" dirty="0">
                <a:solidFill>
                  <a:srgbClr val="00002E"/>
                </a:solidFill>
                <a:ea typeface="Calibri"/>
                <a:cs typeface="Calibri"/>
              </a:rPr>
              <a:t>.</a:t>
            </a:r>
            <a:endParaRPr lang="en-US" dirty="0">
              <a:solidFill>
                <a:srgbClr val="00002E"/>
              </a:solidFill>
            </a:endParaRPr>
          </a:p>
          <a:p>
            <a:endParaRPr lang="en-US" dirty="0">
              <a:solidFill>
                <a:srgbClr val="00002E"/>
              </a:solidFill>
              <a:ea typeface="Calibri"/>
              <a:cs typeface="Calibri"/>
            </a:endParaRPr>
          </a:p>
          <a:p>
            <a:r>
              <a:rPr lang="en-US" dirty="0"/>
              <a:t>It's a mandatory EU requirement under the ESPR framework</a:t>
            </a:r>
            <a:endParaRPr lang="en-US" dirty="0">
              <a:ea typeface="Calibri"/>
              <a:cs typeface="Calibri"/>
            </a:endParaRPr>
          </a:p>
          <a:p>
            <a:br>
              <a:rPr lang="en-US" dirty="0"/>
            </a:br>
            <a:endParaRPr lang="en-US" dirty="0"/>
          </a:p>
        </p:txBody>
      </p:sp>
      <p:sp>
        <p:nvSpPr>
          <p:cNvPr id="4" name="Slide Number Placeholder 3"/>
          <p:cNvSpPr>
            <a:spLocks noGrp="1"/>
          </p:cNvSpPr>
          <p:nvPr>
            <p:ph type="sldNum" sz="quarter" idx="5"/>
          </p:nvPr>
        </p:nvSpPr>
        <p:spPr/>
        <p:txBody>
          <a:bodyPr/>
          <a:lstStyle/>
          <a:p>
            <a:fld id="{6092990A-207A-402B-9F59-8D68780C824A}" type="slidenum">
              <a:rPr lang="de-DE" smtClean="0"/>
              <a:t>2</a:t>
            </a:fld>
            <a:endParaRPr lang="de-DE"/>
          </a:p>
        </p:txBody>
      </p:sp>
    </p:spTree>
    <p:extLst>
      <p:ext uri="{BB962C8B-B14F-4D97-AF65-F5344CB8AC3E}">
        <p14:creationId xmlns:p14="http://schemas.microsoft.com/office/powerpoint/2010/main" val="341147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BCBEC4"/>
                </a:solidFill>
              </a:rPr>
              <a:t>We solve ID-free tracking through Collections. Every component always belongs to exactly one digital collection — a stockpile, an order, a disassembly batch. Moving a part physically just means reassigning it digitally, so we preserve lineage without stickers. We populate collections by running a YOLOv11 ensemble on each photo; the reason the slide mentions Isaac Sim is because synthetic data let us bootstrap detectors for nine component classes with little manual labelling.</a:t>
            </a:r>
            <a:endParaRPr lang="en-US" dirty="0"/>
          </a:p>
          <a:p>
            <a:endParaRPr lang="en-US" dirty="0">
              <a:solidFill>
                <a:srgbClr val="111827"/>
              </a:solidFill>
              <a:ea typeface="Calibri"/>
              <a:cs typeface="Calibri"/>
            </a:endParaRPr>
          </a:p>
          <a:p>
            <a:pPr marL="285750" indent="-285750">
              <a:buFont typeface="Arial"/>
              <a:buChar char="•"/>
            </a:pPr>
            <a:r>
              <a:rPr lang="en-US" dirty="0">
                <a:solidFill>
                  <a:srgbClr val="111827"/>
                </a:solidFill>
              </a:rPr>
              <a:t>Every component always belongs to exactly one digital Collection (order, stockpile, kit).</a:t>
            </a:r>
            <a:endParaRPr lang="en-US" dirty="0">
              <a:ea typeface="Calibri"/>
              <a:cs typeface="Calibri"/>
            </a:endParaRPr>
          </a:p>
          <a:p>
            <a:pPr marL="285750" indent="-285750">
              <a:buFont typeface="Arial"/>
              <a:buChar char="•"/>
            </a:pPr>
            <a:r>
              <a:rPr lang="en-US" dirty="0">
                <a:solidFill>
                  <a:srgbClr val="111827"/>
                </a:solidFill>
              </a:rPr>
              <a:t>Moving a physical part = reassigning it between Collections inside Neo4j.</a:t>
            </a:r>
            <a:endParaRPr lang="en-US" dirty="0"/>
          </a:p>
          <a:p>
            <a:pPr marL="285750" indent="-285750">
              <a:buFont typeface="Arial"/>
              <a:buChar char="•"/>
            </a:pPr>
            <a:r>
              <a:rPr lang="en-US" dirty="0">
                <a:solidFill>
                  <a:srgbClr val="111827"/>
                </a:solidFill>
              </a:rPr>
              <a:t>Collections carry location, customer, and lifecycle metadata → no QR code needed on parts.</a:t>
            </a:r>
            <a:endParaRPr lang="en-US" dirty="0"/>
          </a:p>
          <a:p>
            <a:pPr marL="285750" indent="-285750">
              <a:buFont typeface="Arial"/>
              <a:buChar char="•"/>
            </a:pPr>
            <a:r>
              <a:rPr lang="en-US" dirty="0">
                <a:solidFill>
                  <a:srgbClr val="111827"/>
                </a:solidFill>
              </a:rPr>
              <a:t>Neo4j queries enforce the Collection Principle, so nothing “floats” untracked.</a:t>
            </a:r>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092990A-207A-402B-9F59-8D68780C824A}" type="slidenum">
              <a:rPr lang="de-DE" smtClean="0"/>
              <a:t>3</a:t>
            </a:fld>
            <a:endParaRPr lang="de-DE"/>
          </a:p>
        </p:txBody>
      </p:sp>
    </p:spTree>
    <p:extLst>
      <p:ext uri="{BB962C8B-B14F-4D97-AF65-F5344CB8AC3E}">
        <p14:creationId xmlns:p14="http://schemas.microsoft.com/office/powerpoint/2010/main" val="474752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BCBEC4"/>
                </a:solidFill>
              </a:rPr>
              <a:t>We train two YOLOv11 variants — one on ~1,000 factory photos to capture real reflections, one on ~10,000 Isaac-Sim renders to cover occlusions. We fuse them via </a:t>
            </a:r>
            <a:r>
              <a:rPr lang="en-US" dirty="0" err="1">
                <a:solidFill>
                  <a:srgbClr val="BCBEC4"/>
                </a:solidFill>
              </a:rPr>
              <a:t>IoU</a:t>
            </a:r>
            <a:r>
              <a:rPr lang="en-US" dirty="0">
                <a:solidFill>
                  <a:srgbClr val="BCBEC4"/>
                </a:solidFill>
              </a:rPr>
              <a:t> voting so low-data classes aren’t lost. Damage detection uses our </a:t>
            </a:r>
            <a:r>
              <a:rPr lang="en-US" dirty="0" err="1">
                <a:solidFill>
                  <a:srgbClr val="BCBEC4"/>
                </a:solidFill>
              </a:rPr>
              <a:t>ZustandModel</a:t>
            </a:r>
            <a:r>
              <a:rPr lang="en-US" dirty="0">
                <a:solidFill>
                  <a:srgbClr val="BCBEC4"/>
                </a:solidFill>
              </a:rPr>
              <a:t> CNN, and décor detection uses curated palettes. All of this runs in </a:t>
            </a:r>
            <a:r>
              <a:rPr lang="en-US" dirty="0" err="1">
                <a:solidFill>
                  <a:srgbClr val="BCBEC4"/>
                </a:solidFill>
              </a:rPr>
              <a:t>FastAPI</a:t>
            </a:r>
            <a:r>
              <a:rPr lang="en-US" dirty="0">
                <a:solidFill>
                  <a:srgbClr val="BCBEC4"/>
                </a:solidFill>
              </a:rPr>
              <a:t> so we can retrain whenever new Label Studio exports arrive.</a:t>
            </a:r>
            <a:endParaRPr lang="en-US" dirty="0"/>
          </a:p>
        </p:txBody>
      </p:sp>
      <p:sp>
        <p:nvSpPr>
          <p:cNvPr id="4" name="Slide Number Placeholder 3"/>
          <p:cNvSpPr>
            <a:spLocks noGrp="1"/>
          </p:cNvSpPr>
          <p:nvPr>
            <p:ph type="sldNum" sz="quarter" idx="5"/>
          </p:nvPr>
        </p:nvSpPr>
        <p:spPr/>
        <p:txBody>
          <a:bodyPr/>
          <a:lstStyle/>
          <a:p>
            <a:fld id="{6092990A-207A-402B-9F59-8D68780C824A}" type="slidenum">
              <a:rPr lang="de-DE" smtClean="0"/>
              <a:t>4</a:t>
            </a:fld>
            <a:endParaRPr lang="de-DE"/>
          </a:p>
        </p:txBody>
      </p:sp>
    </p:spTree>
    <p:extLst>
      <p:ext uri="{BB962C8B-B14F-4D97-AF65-F5344CB8AC3E}">
        <p14:creationId xmlns:p14="http://schemas.microsoft.com/office/powerpoint/2010/main" val="1500385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BCBEC4"/>
                </a:solidFill>
              </a:rPr>
              <a:t>Operators upload up to four views — front, back, left, right — through a </a:t>
            </a:r>
            <a:r>
              <a:rPr lang="en-US" dirty="0" err="1">
                <a:solidFill>
                  <a:srgbClr val="BCBEC4"/>
                </a:solidFill>
              </a:rPr>
              <a:t>FastAPI</a:t>
            </a:r>
            <a:r>
              <a:rPr lang="en-US" dirty="0">
                <a:solidFill>
                  <a:srgbClr val="BCBEC4"/>
                </a:solidFill>
              </a:rPr>
              <a:t> app. Each image goes through the ensemble, </a:t>
            </a:r>
            <a:r>
              <a:rPr lang="en-US" dirty="0" err="1">
                <a:solidFill>
                  <a:srgbClr val="BCBEC4"/>
                </a:solidFill>
              </a:rPr>
              <a:t>colour</a:t>
            </a:r>
            <a:r>
              <a:rPr lang="en-US" dirty="0">
                <a:solidFill>
                  <a:srgbClr val="BCBEC4"/>
                </a:solidFill>
              </a:rPr>
              <a:t> and measurement heuristics, and then a human review screen lets operators delete duplicate detections before committing. When they click </a:t>
            </a:r>
            <a:r>
              <a:rPr lang="en-US" i="1" dirty="0">
                <a:solidFill>
                  <a:srgbClr val="BCBEC4"/>
                </a:solidFill>
              </a:rPr>
              <a:t>Save</a:t>
            </a:r>
            <a:r>
              <a:rPr lang="en-US" dirty="0">
                <a:solidFill>
                  <a:srgbClr val="BCBEC4"/>
                </a:solidFill>
              </a:rPr>
              <a:t>, we run a single Neo4j transaction to merge the image/order nodes and CREATE fresh component nodes linked via PART_OF and BELONGS_TO. The screenshots in webapp/screenshots/* show this flow.”</a:t>
            </a:r>
            <a:endParaRPr lang="en-US" dirty="0"/>
          </a:p>
          <a:p>
            <a:pPr marL="171450" indent="-171450">
              <a:buFont typeface="Arial,Sans-Serif"/>
              <a:buChar char="•"/>
            </a:pPr>
            <a:endParaRPr lang="en-US" dirty="0">
              <a:solidFill>
                <a:srgbClr val="111827"/>
              </a:solidFill>
            </a:endParaRPr>
          </a:p>
          <a:p>
            <a:pPr marL="171450" indent="-171450">
              <a:buFont typeface="Arial,Sans-Serif"/>
              <a:buChar char="•"/>
            </a:pPr>
            <a:r>
              <a:rPr lang="en-US" dirty="0">
                <a:solidFill>
                  <a:srgbClr val="111827"/>
                </a:solidFill>
              </a:rPr>
              <a:t>Capture images or video (browser upload, webcam, or edge rig).</a:t>
            </a:r>
            <a:endParaRPr lang="en-US" dirty="0">
              <a:solidFill>
                <a:srgbClr val="444444"/>
              </a:solidFill>
              <a:ea typeface="Calibri"/>
              <a:cs typeface="Calibri"/>
            </a:endParaRPr>
          </a:p>
          <a:p>
            <a:pPr marL="171450" indent="-171450">
              <a:buFont typeface="Arial,Sans-Serif"/>
              <a:buChar char="•"/>
            </a:pPr>
            <a:r>
              <a:rPr lang="en-US" dirty="0">
                <a:solidFill>
                  <a:srgbClr val="111827"/>
                </a:solidFill>
              </a:rPr>
              <a:t>YOLOv11 ensemble detects components; measurement + décor modules enrich attributes.</a:t>
            </a:r>
            <a:endParaRPr lang="en-US" dirty="0">
              <a:solidFill>
                <a:srgbClr val="444444"/>
              </a:solidFill>
            </a:endParaRPr>
          </a:p>
          <a:p>
            <a:pPr marL="171450" indent="-171450">
              <a:buFont typeface="Arial,Sans-Serif"/>
              <a:buChar char="•"/>
            </a:pPr>
            <a:r>
              <a:rPr lang="en-US" dirty="0">
                <a:solidFill>
                  <a:srgbClr val="111827"/>
                </a:solidFill>
              </a:rPr>
              <a:t>Operators review detections, adjust condition labels, and submit.</a:t>
            </a:r>
            <a:endParaRPr lang="en-US" dirty="0">
              <a:solidFill>
                <a:srgbClr val="444444"/>
              </a:solidFill>
            </a:endParaRPr>
          </a:p>
          <a:p>
            <a:pPr marL="171450" indent="-171450">
              <a:buFont typeface="Arial,Sans-Serif"/>
              <a:buChar char="•"/>
            </a:pPr>
            <a:r>
              <a:rPr lang="en-US" dirty="0">
                <a:solidFill>
                  <a:srgbClr val="111827"/>
                </a:solidFill>
              </a:rPr>
              <a:t>Neo4j persists Order → Image → Component → Location, powering dashboards + CSV exports.</a:t>
            </a:r>
            <a:endParaRPr lang="en-US" dirty="0">
              <a:solidFill>
                <a:srgbClr val="444444"/>
              </a:solidFill>
            </a:endParaRPr>
          </a:p>
          <a:p>
            <a:r>
              <a:rPr lang="en-US" dirty="0">
                <a:solidFill>
                  <a:srgbClr val="111827"/>
                </a:solidFill>
              </a:rPr>
              <a:t>Everything runs on </a:t>
            </a:r>
            <a:r>
              <a:rPr lang="en-US" dirty="0" err="1">
                <a:solidFill>
                  <a:srgbClr val="111827"/>
                </a:solidFill>
              </a:rPr>
              <a:t>FastAPI</a:t>
            </a:r>
            <a:r>
              <a:rPr lang="en-US" dirty="0">
                <a:solidFill>
                  <a:srgbClr val="111827"/>
                </a:solidFill>
              </a:rPr>
              <a:t> + Docker; no cloud dependency for inference.</a:t>
            </a:r>
            <a:endParaRPr lang="en-US" dirty="0">
              <a:solidFill>
                <a:srgbClr val="444444"/>
              </a:solidFill>
            </a:endParaRPr>
          </a:p>
          <a:p>
            <a:endParaRPr lang="en-US" dirty="0">
              <a:solidFill>
                <a:srgbClr val="111827"/>
              </a:solidFill>
              <a:ea typeface="Calibri"/>
              <a:cs typeface="Calibri"/>
            </a:endParaRPr>
          </a:p>
          <a:p>
            <a:r>
              <a:rPr lang="en-US" dirty="0">
                <a:solidFill>
                  <a:srgbClr val="000000"/>
                </a:solidFill>
              </a:rPr>
              <a:t>  - “We capture up to four views (front/back/left/right) per furniture item and run each image through a YOLO ensemble; detections include a view label (</a:t>
            </a:r>
            <a:r>
              <a:rPr lang="en-US" dirty="0" err="1">
                <a:solidFill>
                  <a:srgbClr val="000000"/>
                </a:solidFill>
              </a:rPr>
              <a:t>ansicht</a:t>
            </a:r>
            <a:r>
              <a:rPr lang="en-US" dirty="0">
                <a:solidFill>
                  <a:srgbClr val="000000"/>
                </a:solidFill>
              </a:rPr>
              <a:t>).”</a:t>
            </a:r>
            <a:endParaRPr lang="en-US" dirty="0">
              <a:solidFill>
                <a:srgbClr val="444444"/>
              </a:solidFill>
            </a:endParaRPr>
          </a:p>
          <a:p>
            <a:r>
              <a:rPr lang="en-US" dirty="0">
                <a:solidFill>
                  <a:srgbClr val="000000"/>
                </a:solidFill>
              </a:rPr>
              <a:t>  - “Within one view, overlapping boxes from the two YOLO models are merged; across views we currently keep components separate and rely on the operator to delete duplicates before</a:t>
            </a:r>
            <a:endParaRPr lang="en-US" dirty="0">
              <a:solidFill>
                <a:srgbClr val="444444"/>
              </a:solidFill>
            </a:endParaRPr>
          </a:p>
          <a:p>
            <a:r>
              <a:rPr lang="en-US" dirty="0">
                <a:solidFill>
                  <a:srgbClr val="000000"/>
                </a:solidFill>
              </a:rPr>
              <a:t>    saving.”</a:t>
            </a:r>
            <a:endParaRPr lang="en-US" dirty="0">
              <a:solidFill>
                <a:srgbClr val="444444"/>
              </a:solidFill>
            </a:endParaRPr>
          </a:p>
          <a:p>
            <a:r>
              <a:rPr lang="en-US" dirty="0">
                <a:solidFill>
                  <a:srgbClr val="000000"/>
                </a:solidFill>
              </a:rPr>
              <a:t>  - “In Neo4j every confirmed detection becomes a Component node linked to an Image and an Order. We do not yet fuse multi-view detections into a single ‘physical part’ node –</a:t>
            </a:r>
            <a:endParaRPr lang="en-US" dirty="0">
              <a:solidFill>
                <a:srgbClr val="444444"/>
              </a:solidFill>
            </a:endParaRPr>
          </a:p>
          <a:p>
            <a:r>
              <a:rPr lang="en-US" dirty="0">
                <a:solidFill>
                  <a:srgbClr val="000000"/>
                </a:solidFill>
              </a:rPr>
              <a:t>    that’s future work (multi-view fusion / structure reasoning).”</a:t>
            </a:r>
            <a:endParaRPr lang="en-US" dirty="0">
              <a:solidFill>
                <a:srgbClr val="444444"/>
              </a:solidFill>
            </a:endParaRPr>
          </a:p>
          <a:p>
            <a:endParaRPr lang="en-US" dirty="0">
              <a:solidFill>
                <a:srgbClr val="000000"/>
              </a:solidFill>
              <a:ea typeface="Calibri"/>
              <a:cs typeface="Calibri"/>
            </a:endParaRPr>
          </a:p>
          <a:p>
            <a:endParaRPr lang="en-US" dirty="0"/>
          </a:p>
          <a:p>
            <a:r>
              <a:rPr lang="en-US" dirty="0"/>
              <a:t>  - The Neo4j graph stores four node types: Order (one per collection/order with ID, type, contact, geo), Location (city-level nodes with </a:t>
            </a:r>
            <a:r>
              <a:rPr lang="en-US" err="1"/>
              <a:t>lat</a:t>
            </a:r>
            <a:r>
              <a:rPr lang="en-US" dirty="0"/>
              <a:t>/long), Image (one per file name), and</a:t>
            </a:r>
            <a:endParaRPr lang="en-US"/>
          </a:p>
          <a:p>
            <a:r>
              <a:rPr lang="en-US" dirty="0"/>
              <a:t>    Component (one node per detected part).</a:t>
            </a:r>
            <a:endParaRPr lang="en-US" dirty="0">
              <a:ea typeface="Calibri"/>
              <a:cs typeface="Calibri"/>
            </a:endParaRPr>
          </a:p>
          <a:p>
            <a:r>
              <a:rPr lang="en-US" dirty="0"/>
              <a:t>  - Each detected component node carries rich properties: class (</a:t>
            </a:r>
            <a:r>
              <a:rPr lang="en-US" dirty="0" err="1"/>
              <a:t>Gerade</a:t>
            </a:r>
            <a:r>
              <a:rPr lang="en-US" dirty="0"/>
              <a:t>, </a:t>
            </a:r>
            <a:r>
              <a:rPr lang="en-US" dirty="0" err="1"/>
              <a:t>Noppenscheiben</a:t>
            </a:r>
            <a:r>
              <a:rPr lang="en-US" dirty="0"/>
              <a:t>, etc.), a </a:t>
            </a:r>
            <a:r>
              <a:rPr lang="en-US" dirty="0" err="1"/>
              <a:t>comp_id</a:t>
            </a:r>
            <a:r>
              <a:rPr lang="en-US" dirty="0"/>
              <a:t>, bounding box (</a:t>
            </a:r>
            <a:r>
              <a:rPr lang="en-US" dirty="0" err="1"/>
              <a:t>x_min</a:t>
            </a:r>
            <a:r>
              <a:rPr lang="en-US" dirty="0"/>
              <a:t>, </a:t>
            </a:r>
            <a:r>
              <a:rPr lang="en-US" dirty="0" err="1"/>
              <a:t>x_max</a:t>
            </a:r>
            <a:r>
              <a:rPr lang="en-US" dirty="0"/>
              <a:t>, </a:t>
            </a:r>
            <a:r>
              <a:rPr lang="en-US" dirty="0" err="1"/>
              <a:t>y_min</a:t>
            </a:r>
            <a:r>
              <a:rPr lang="en-US" dirty="0"/>
              <a:t>, </a:t>
            </a:r>
            <a:r>
              <a:rPr lang="en-US" dirty="0" err="1"/>
              <a:t>y_max</a:t>
            </a:r>
            <a:r>
              <a:rPr lang="en-US" dirty="0"/>
              <a:t>), inferred length (</a:t>
            </a:r>
            <a:r>
              <a:rPr lang="en-US" dirty="0" err="1"/>
              <a:t>laenge</a:t>
            </a:r>
            <a:r>
              <a:rPr lang="en-US" dirty="0"/>
              <a:t>),</a:t>
            </a:r>
            <a:endParaRPr lang="en-US" dirty="0">
              <a:ea typeface="Calibri"/>
              <a:cs typeface="Calibri"/>
            </a:endParaRPr>
          </a:p>
          <a:p>
            <a:r>
              <a:rPr lang="en-US" dirty="0"/>
              <a:t>    weight band (</a:t>
            </a:r>
            <a:r>
              <a:rPr lang="en-US" dirty="0" err="1"/>
              <a:t>gewicht</a:t>
            </a:r>
            <a:r>
              <a:rPr lang="en-US" dirty="0"/>
              <a:t>), model confidence, condition (</a:t>
            </a:r>
            <a:r>
              <a:rPr lang="en-US" dirty="0" err="1"/>
              <a:t>zustand</a:t>
            </a:r>
            <a:r>
              <a:rPr lang="en-US" dirty="0"/>
              <a:t>, e.g. </a:t>
            </a:r>
            <a:r>
              <a:rPr lang="en-US" dirty="0" err="1"/>
              <a:t>unbeschädigt</a:t>
            </a:r>
            <a:r>
              <a:rPr lang="en-US" dirty="0"/>
              <a:t>, MDF-Platzer), reuse flags (reusable/reuseable), and décor/coating as a JSON blob (</a:t>
            </a:r>
            <a:r>
              <a:rPr lang="en-US" dirty="0" err="1"/>
              <a:t>farbe</a:t>
            </a:r>
            <a:r>
              <a:rPr lang="en-US" dirty="0"/>
              <a:t> with</a:t>
            </a:r>
            <a:endParaRPr lang="en-US" dirty="0">
              <a:ea typeface="Calibri"/>
              <a:cs typeface="Calibri"/>
            </a:endParaRPr>
          </a:p>
          <a:p>
            <a:r>
              <a:rPr lang="en-US" dirty="0"/>
              <a:t>    name, HEX, NCS).</a:t>
            </a:r>
            <a:endParaRPr lang="en-US" dirty="0">
              <a:ea typeface="Calibri"/>
              <a:cs typeface="Calibri"/>
            </a:endParaRPr>
          </a:p>
          <a:p>
            <a:r>
              <a:rPr lang="en-US" dirty="0"/>
              <a:t>  - Relationships link everything into collections: Order-LOCATED_AT-&gt;Location, Image-PART_OF-&gt;Order, Component-PART_OF-&gt;Order, and Component-BELONGS_TO-&gt;Image (plus some extra</a:t>
            </a:r>
            <a:endParaRPr lang="en-US" dirty="0">
              <a:ea typeface="Calibri"/>
              <a:cs typeface="Calibri"/>
            </a:endParaRPr>
          </a:p>
          <a:p>
            <a:r>
              <a:rPr lang="en-US" dirty="0"/>
              <a:t>    BELONGS_TO links to reference images). So the graph represents both the whole image (as an Image node) and every individual component detected in it, all tied back to a</a:t>
            </a:r>
            <a:endParaRPr lang="en-US" dirty="0">
              <a:ea typeface="Calibri"/>
              <a:cs typeface="Calibri"/>
            </a:endParaRPr>
          </a:p>
          <a:p>
            <a:r>
              <a:rPr lang="en-US" dirty="0"/>
              <a:t>    specific order/collection and location.</a:t>
            </a:r>
          </a:p>
          <a:p>
            <a:endParaRPr lang="en-US" dirty="0">
              <a:ea typeface="Calibri"/>
              <a:cs typeface="Calibri"/>
            </a:endParaRPr>
          </a:p>
          <a:p>
            <a:pPr marL="171450" indent="-171450">
              <a:buFont typeface="Arial"/>
              <a:buChar char="•"/>
            </a:pPr>
            <a:r>
              <a:rPr lang="en-US" dirty="0" err="1">
                <a:solidFill>
                  <a:srgbClr val="111827"/>
                </a:solidFill>
              </a:rPr>
              <a:t>FastAPI</a:t>
            </a:r>
            <a:r>
              <a:rPr lang="en-US" dirty="0">
                <a:solidFill>
                  <a:srgbClr val="111827"/>
                </a:solidFill>
              </a:rPr>
              <a:t> caches per-image </a:t>
            </a:r>
            <a:r>
              <a:rPr lang="en-US" dirty="0" err="1">
                <a:solidFill>
                  <a:srgbClr val="111827"/>
                </a:solidFill>
              </a:rPr>
              <a:t>DataFrames</a:t>
            </a:r>
            <a:r>
              <a:rPr lang="en-US" dirty="0">
                <a:solidFill>
                  <a:srgbClr val="111827"/>
                </a:solidFill>
              </a:rPr>
              <a:t> for edits before writing to Neo4j.</a:t>
            </a:r>
            <a:endParaRPr lang="en-US" dirty="0"/>
          </a:p>
          <a:p>
            <a:pPr marL="171450" indent="-171450">
              <a:buFont typeface="Arial"/>
              <a:buChar char="•"/>
            </a:pPr>
            <a:r>
              <a:rPr lang="en-US" dirty="0">
                <a:solidFill>
                  <a:srgbClr val="111827"/>
                </a:solidFill>
              </a:rPr>
              <a:t>Operators can override classes, conditions, or lengths; CNNs can be re-triggered on crops.</a:t>
            </a:r>
            <a:endParaRPr lang="en-US" dirty="0"/>
          </a:p>
          <a:p>
            <a:pPr marL="171450" indent="-171450">
              <a:buFont typeface="Arial"/>
              <a:buChar char="•"/>
            </a:pPr>
            <a:r>
              <a:rPr lang="en-US" dirty="0">
                <a:solidFill>
                  <a:srgbClr val="111827"/>
                </a:solidFill>
              </a:rPr>
              <a:t>Works on laptops/tablets; browser only handles HTML forms, keeping deployment simple.</a:t>
            </a:r>
            <a:endParaRPr lang="en-US" dirty="0"/>
          </a:p>
          <a:p>
            <a:endParaRPr lang="en-US" dirty="0">
              <a:solidFill>
                <a:srgbClr val="000000"/>
              </a:solidFill>
              <a:ea typeface="Calibri"/>
              <a:cs typeface="Calibri"/>
            </a:endParaRPr>
          </a:p>
          <a:p>
            <a:endParaRPr lang="en-US" dirty="0">
              <a:solidFill>
                <a:srgbClr val="000000"/>
              </a:solidFill>
            </a:endParaRPr>
          </a:p>
          <a:p>
            <a:pPr algn="ctr"/>
            <a:r>
              <a:rPr lang="en-US" dirty="0">
                <a:solidFill>
                  <a:srgbClr val="CBD5F5"/>
                </a:solidFill>
              </a:rPr>
              <a:t>Implementation flow (docs/images/Architektur.png)</a:t>
            </a:r>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092990A-207A-402B-9F59-8D68780C824A}" type="slidenum">
              <a:rPr lang="de-DE" smtClean="0"/>
              <a:t>5</a:t>
            </a:fld>
            <a:endParaRPr lang="de-DE"/>
          </a:p>
        </p:txBody>
      </p:sp>
    </p:spTree>
    <p:extLst>
      <p:ext uri="{BB962C8B-B14F-4D97-AF65-F5344CB8AC3E}">
        <p14:creationId xmlns:p14="http://schemas.microsoft.com/office/powerpoint/2010/main" val="854244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BCBEC4"/>
                </a:solidFill>
              </a:rPr>
              <a:t>For shop-floor capture we built a mobile rig: two </a:t>
            </a:r>
            <a:r>
              <a:rPr lang="en-US" dirty="0" err="1">
                <a:solidFill>
                  <a:srgbClr val="BCBEC4"/>
                </a:solidFill>
              </a:rPr>
              <a:t>DepthAI</a:t>
            </a:r>
            <a:r>
              <a:rPr lang="en-US" dirty="0">
                <a:solidFill>
                  <a:srgbClr val="BCBEC4"/>
                </a:solidFill>
              </a:rPr>
              <a:t> OAK-1 Max cameras on the sides run nub segmentation, and a 4K overhead camera feeds YOLO plus ArUco-based measurement. Everything runs on a Jetson Orin Nano in FP16, 30–60 FPS at 320² input. Because the rig runs offline on a trolley, System180 can </a:t>
            </a:r>
            <a:r>
              <a:rPr lang="en-US" dirty="0" err="1">
                <a:solidFill>
                  <a:srgbClr val="BCBEC4"/>
                </a:solidFill>
              </a:rPr>
              <a:t>digitise</a:t>
            </a:r>
            <a:r>
              <a:rPr lang="en-US" dirty="0">
                <a:solidFill>
                  <a:srgbClr val="BCBEC4"/>
                </a:solidFill>
              </a:rPr>
              <a:t> returns without hauling them to a studio.</a:t>
            </a:r>
            <a:endParaRPr lang="en-US" dirty="0"/>
          </a:p>
          <a:p>
            <a:endParaRPr lang="en-US" dirty="0">
              <a:solidFill>
                <a:srgbClr val="111827"/>
              </a:solidFill>
              <a:ea typeface="Calibri"/>
              <a:cs typeface="Calibri"/>
            </a:endParaRPr>
          </a:p>
          <a:p>
            <a:pPr marL="285750" indent="-285750">
              <a:buFont typeface="Arial"/>
              <a:buChar char="•"/>
            </a:pPr>
            <a:r>
              <a:rPr lang="en-US" dirty="0">
                <a:solidFill>
                  <a:srgbClr val="111827"/>
                </a:solidFill>
              </a:rPr>
              <a:t>Jetson Orin Nano executes FP16 </a:t>
            </a:r>
            <a:r>
              <a:rPr lang="en-US" dirty="0" err="1">
                <a:solidFill>
                  <a:srgbClr val="111827"/>
                </a:solidFill>
              </a:rPr>
              <a:t>TensorRT</a:t>
            </a:r>
            <a:r>
              <a:rPr lang="en-US" dirty="0">
                <a:solidFill>
                  <a:srgbClr val="111827"/>
                </a:solidFill>
              </a:rPr>
              <a:t> YOLO + nub segmentation from two OAK-1 Max.</a:t>
            </a:r>
            <a:endParaRPr lang="en-US" dirty="0">
              <a:ea typeface="Calibri"/>
              <a:cs typeface="Calibri"/>
            </a:endParaRPr>
          </a:p>
          <a:p>
            <a:pPr marL="285750" indent="-285750">
              <a:buFont typeface="Arial"/>
              <a:buChar char="•"/>
            </a:pPr>
            <a:r>
              <a:rPr lang="en-US" dirty="0">
                <a:solidFill>
                  <a:srgbClr val="111827"/>
                </a:solidFill>
              </a:rPr>
              <a:t>OBSBOT 4K top camera handles component view + ArUco measurement (edge only).</a:t>
            </a:r>
            <a:endParaRPr lang="en-US" dirty="0"/>
          </a:p>
          <a:p>
            <a:pPr marL="285750" indent="-285750">
              <a:buFont typeface="Arial"/>
              <a:buChar char="•"/>
            </a:pPr>
            <a:r>
              <a:rPr lang="en-US" dirty="0">
                <a:solidFill>
                  <a:srgbClr val="111827"/>
                </a:solidFill>
              </a:rPr>
              <a:t>Operates offline on 230 V trolley; monitor gives immediate feedback.</a:t>
            </a:r>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092990A-207A-402B-9F59-8D68780C824A}" type="slidenum">
              <a:rPr lang="de-DE" smtClean="0"/>
              <a:t>6</a:t>
            </a:fld>
            <a:endParaRPr lang="de-DE"/>
          </a:p>
        </p:txBody>
      </p:sp>
    </p:spTree>
    <p:extLst>
      <p:ext uri="{BB962C8B-B14F-4D97-AF65-F5344CB8AC3E}">
        <p14:creationId xmlns:p14="http://schemas.microsoft.com/office/powerpoint/2010/main" val="1623926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BCBEC4"/>
                </a:solidFill>
              </a:rPr>
              <a:t>In browser workflows and on the rig we reliably detect nine target classes. The measurement heuristics map to catalogue lengths — 180 to 900 mm — by using known handles or feet as references. The condition CNN flags scratches or dents so the operator knows immediately whether a tube is reusable or goes to refurbishment.</a:t>
            </a:r>
            <a:endParaRPr lang="en-US" dirty="0"/>
          </a:p>
        </p:txBody>
      </p:sp>
      <p:sp>
        <p:nvSpPr>
          <p:cNvPr id="4" name="Slide Number Placeholder 3"/>
          <p:cNvSpPr>
            <a:spLocks noGrp="1"/>
          </p:cNvSpPr>
          <p:nvPr>
            <p:ph type="sldNum" sz="quarter" idx="5"/>
          </p:nvPr>
        </p:nvSpPr>
        <p:spPr/>
        <p:txBody>
          <a:bodyPr/>
          <a:lstStyle/>
          <a:p>
            <a:fld id="{6092990A-207A-402B-9F59-8D68780C824A}" type="slidenum">
              <a:rPr lang="de-DE" smtClean="0"/>
              <a:t>7</a:t>
            </a:fld>
            <a:endParaRPr lang="de-DE"/>
          </a:p>
        </p:txBody>
      </p:sp>
    </p:spTree>
    <p:extLst>
      <p:ext uri="{BB962C8B-B14F-4D97-AF65-F5344CB8AC3E}">
        <p14:creationId xmlns:p14="http://schemas.microsoft.com/office/powerpoint/2010/main" val="3794766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BCBEC4"/>
                </a:solidFill>
              </a:rPr>
              <a:t>All code is open under Green-AI Hub. Reach out if you want to validate this on your own modular product lines.</a:t>
            </a:r>
            <a:endParaRPr lang="en-US" dirty="0"/>
          </a:p>
        </p:txBody>
      </p:sp>
      <p:sp>
        <p:nvSpPr>
          <p:cNvPr id="4" name="Slide Number Placeholder 3"/>
          <p:cNvSpPr>
            <a:spLocks noGrp="1"/>
          </p:cNvSpPr>
          <p:nvPr>
            <p:ph type="sldNum" sz="quarter" idx="5"/>
          </p:nvPr>
        </p:nvSpPr>
        <p:spPr/>
        <p:txBody>
          <a:bodyPr/>
          <a:lstStyle/>
          <a:p>
            <a:fld id="{6092990A-207A-402B-9F59-8D68780C824A}" type="slidenum">
              <a:rPr lang="de-DE" smtClean="0"/>
              <a:t>11</a:t>
            </a:fld>
            <a:endParaRPr lang="de-DE"/>
          </a:p>
        </p:txBody>
      </p:sp>
    </p:spTree>
    <p:extLst>
      <p:ext uri="{BB962C8B-B14F-4D97-AF65-F5344CB8AC3E}">
        <p14:creationId xmlns:p14="http://schemas.microsoft.com/office/powerpoint/2010/main" val="14430905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jpe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jpeg"/><Relationship Id="rId1" Type="http://schemas.openxmlformats.org/officeDocument/2006/relationships/slideMaster" Target="../slideMasters/slideMaster2.xml"/><Relationship Id="rId5" Type="http://schemas.openxmlformats.org/officeDocument/2006/relationships/image" Target="../media/image9.png"/><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emf"/></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jpe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e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 SmartFactory-KL m. PL4">
    <p:spTree>
      <p:nvGrpSpPr>
        <p:cNvPr id="1" name=""/>
        <p:cNvGrpSpPr/>
        <p:nvPr/>
      </p:nvGrpSpPr>
      <p:grpSpPr>
        <a:xfrm>
          <a:off x="0" y="0"/>
          <a:ext cx="0" cy="0"/>
          <a:chOff x="0" y="0"/>
          <a:chExt cx="0" cy="0"/>
        </a:xfrm>
      </p:grpSpPr>
      <p:pic>
        <p:nvPicPr>
          <p:cNvPr id="21" name="Grafik 20" descr="Ein Bild, das drinnen, Decke, Küche, Tisch enthält.&#10;&#10;Automatisch generierte Beschreibung">
            <a:extLst>
              <a:ext uri="{FF2B5EF4-FFF2-40B4-BE49-F238E27FC236}">
                <a16:creationId xmlns:a16="http://schemas.microsoft.com/office/drawing/2014/main" id="{D2AFD9B1-3EBC-412F-85E9-A7086245F0A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
            <a:ext cx="12192000" cy="6858001"/>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7778187" y="0"/>
            <a:ext cx="4413813" cy="2372810"/>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pic>
        <p:nvPicPr>
          <p:cNvPr id="12" name="Bild 11" descr="SF_LOGO_®_4C.eps"/>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27994" y="967711"/>
            <a:ext cx="2176631" cy="259954"/>
          </a:xfrm>
          <a:prstGeom prst="rect">
            <a:avLst/>
          </a:prstGeom>
        </p:spPr>
      </p:pic>
      <p:sp>
        <p:nvSpPr>
          <p:cNvPr id="2" name="Titel 1"/>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spTree>
    <p:extLst>
      <p:ext uri="{BB962C8B-B14F-4D97-AF65-F5344CB8AC3E}">
        <p14:creationId xmlns:p14="http://schemas.microsoft.com/office/powerpoint/2010/main" val="3000222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el: SmartFactory-KL m. _KUBA">
    <p:spTree>
      <p:nvGrpSpPr>
        <p:cNvPr id="1" name=""/>
        <p:cNvGrpSpPr/>
        <p:nvPr/>
      </p:nvGrpSpPr>
      <p:grpSpPr>
        <a:xfrm>
          <a:off x="0" y="0"/>
          <a:ext cx="0" cy="0"/>
          <a:chOff x="0" y="0"/>
          <a:chExt cx="0" cy="0"/>
        </a:xfrm>
      </p:grpSpPr>
      <p:pic>
        <p:nvPicPr>
          <p:cNvPr id="3" name="Grafik 2" descr="Ein Bild, das Kleidung, Im Haus, Person, Schuhwerk enthält.&#10;&#10;Automatisch generierte Beschreibung">
            <a:extLst>
              <a:ext uri="{FF2B5EF4-FFF2-40B4-BE49-F238E27FC236}">
                <a16:creationId xmlns:a16="http://schemas.microsoft.com/office/drawing/2014/main" id="{EA334061-8824-1378-F2EB-671A017657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993359"/>
            <a:ext cx="12192000" cy="8131968"/>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7778187" y="0"/>
            <a:ext cx="4413813" cy="2372810"/>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pic>
        <p:nvPicPr>
          <p:cNvPr id="12" name="Bild 11" descr="SF_LOGO_®_4C.eps"/>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27994" y="967711"/>
            <a:ext cx="2176631" cy="259954"/>
          </a:xfrm>
          <a:prstGeom prst="rect">
            <a:avLst/>
          </a:prstGeom>
        </p:spPr>
      </p:pic>
      <p:sp>
        <p:nvSpPr>
          <p:cNvPr id="2" name="Titel 1"/>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spTree>
    <p:extLst>
      <p:ext uri="{BB962C8B-B14F-4D97-AF65-F5344CB8AC3E}">
        <p14:creationId xmlns:p14="http://schemas.microsoft.com/office/powerpoint/2010/main" val="3329377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el: SmartFactory-KL Alternative">
    <p:spTree>
      <p:nvGrpSpPr>
        <p:cNvPr id="1" name=""/>
        <p:cNvGrpSpPr/>
        <p:nvPr/>
      </p:nvGrpSpPr>
      <p:grpSpPr>
        <a:xfrm>
          <a:off x="0" y="0"/>
          <a:ext cx="0" cy="0"/>
          <a:chOff x="0" y="0"/>
          <a:chExt cx="0" cy="0"/>
        </a:xfrm>
      </p:grpSpPr>
      <p:pic>
        <p:nvPicPr>
          <p:cNvPr id="9" name="Grafik 3" descr="Ein Bild, das drinnen, Boden, Himmel, Küche enthält.&#10;&#10;Mit sehr hoher Zuverlässigkeit generierte Beschreibung">
            <a:extLst>
              <a:ext uri="{FF2B5EF4-FFF2-40B4-BE49-F238E27FC236}">
                <a16:creationId xmlns:a16="http://schemas.microsoft.com/office/drawing/2014/main" id="{0E105304-8F25-4AA0-940F-9448939499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55575"/>
            <a:ext cx="12192000" cy="6702425"/>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7778187" y="0"/>
            <a:ext cx="4413813" cy="2372810"/>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pic>
        <p:nvPicPr>
          <p:cNvPr id="12" name="Bild 11" descr="SF_LOGO_®_4C.eps"/>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27994" y="967711"/>
            <a:ext cx="2176631" cy="259954"/>
          </a:xfrm>
          <a:prstGeom prst="rect">
            <a:avLst/>
          </a:prstGeom>
        </p:spPr>
      </p:pic>
      <p:sp>
        <p:nvSpPr>
          <p:cNvPr id="2" name="Titel 1"/>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spTree>
    <p:extLst>
      <p:ext uri="{BB962C8B-B14F-4D97-AF65-F5344CB8AC3E}">
        <p14:creationId xmlns:p14="http://schemas.microsoft.com/office/powerpoint/2010/main" val="3360351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08013" y="1520825"/>
            <a:ext cx="10979150" cy="4321175"/>
          </a:xfrm>
        </p:spPr>
        <p:txBody>
          <a:bodyPr/>
          <a:lstStyle>
            <a:lvl2pPr>
              <a:defRPr sz="1600"/>
            </a:lvl2pPr>
            <a:lvl3pPr>
              <a:defRPr sz="1400"/>
            </a:lvl3pPr>
            <a:lvl4pPr>
              <a:defRPr sz="1200"/>
            </a:lvl4pPr>
            <a:lvl5pPr>
              <a:defRPr sz="11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el 1">
            <a:extLst>
              <a:ext uri="{FF2B5EF4-FFF2-40B4-BE49-F238E27FC236}">
                <a16:creationId xmlns:a16="http://schemas.microsoft.com/office/drawing/2014/main" id="{575570F9-1547-5242-A3BE-53DCEFD33986}"/>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781929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4" name="Textplatzhalter 3">
            <a:extLst>
              <a:ext uri="{FF2B5EF4-FFF2-40B4-BE49-F238E27FC236}">
                <a16:creationId xmlns:a16="http://schemas.microsoft.com/office/drawing/2014/main" id="{0427E8A4-724B-C142-9FC7-439E0DBAFE89}"/>
              </a:ext>
            </a:extLst>
          </p:cNvPr>
          <p:cNvSpPr>
            <a:spLocks noGrp="1"/>
          </p:cNvSpPr>
          <p:nvPr>
            <p:ph type="body" sz="quarter" idx="10"/>
          </p:nvPr>
        </p:nvSpPr>
        <p:spPr>
          <a:xfrm>
            <a:off x="608014" y="1520826"/>
            <a:ext cx="562026" cy="4321174"/>
          </a:xfrm>
        </p:spPr>
        <p:txBody>
          <a:bodyPr/>
          <a:lstStyle>
            <a:lvl1pPr>
              <a:lnSpc>
                <a:spcPct val="150000"/>
              </a:lnSpc>
              <a:defRPr sz="2000">
                <a:solidFill>
                  <a:schemeClr val="tx2"/>
                </a:solidFill>
              </a:defRPr>
            </a:lvl1pPr>
            <a:lvl2pPr>
              <a:lnSpc>
                <a:spcPct val="150000"/>
              </a:lnSpc>
              <a:defRPr sz="2000">
                <a:solidFill>
                  <a:schemeClr val="tx2"/>
                </a:solidFill>
              </a:defRPr>
            </a:lvl2pPr>
            <a:lvl3pPr>
              <a:lnSpc>
                <a:spcPct val="150000"/>
              </a:lnSpc>
              <a:defRPr sz="2000">
                <a:solidFill>
                  <a:schemeClr val="tx2"/>
                </a:solidFill>
              </a:defRPr>
            </a:lvl3pPr>
            <a:lvl4pPr>
              <a:lnSpc>
                <a:spcPct val="150000"/>
              </a:lnSpc>
              <a:defRPr sz="2000">
                <a:solidFill>
                  <a:schemeClr val="tx2"/>
                </a:solidFill>
              </a:defRPr>
            </a:lvl4pPr>
            <a:lvl5pPr>
              <a:lnSpc>
                <a:spcPct val="150000"/>
              </a:lnSpc>
              <a:defRPr sz="2000">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extplatzhalter 5">
            <a:extLst>
              <a:ext uri="{FF2B5EF4-FFF2-40B4-BE49-F238E27FC236}">
                <a16:creationId xmlns:a16="http://schemas.microsoft.com/office/drawing/2014/main" id="{84E10E12-B593-4D4E-AD2F-D6DCDB6B73C9}"/>
              </a:ext>
            </a:extLst>
          </p:cNvPr>
          <p:cNvSpPr>
            <a:spLocks noGrp="1"/>
          </p:cNvSpPr>
          <p:nvPr>
            <p:ph type="body" sz="quarter" idx="11"/>
          </p:nvPr>
        </p:nvSpPr>
        <p:spPr>
          <a:xfrm>
            <a:off x="1307690" y="1520826"/>
            <a:ext cx="10279473" cy="4321174"/>
          </a:xfrm>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338507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el, le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1527759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Video Vollfläche">
    <p:spTree>
      <p:nvGrpSpPr>
        <p:cNvPr id="1" name=""/>
        <p:cNvGrpSpPr/>
        <p:nvPr/>
      </p:nvGrpSpPr>
      <p:grpSpPr>
        <a:xfrm>
          <a:off x="0" y="0"/>
          <a:ext cx="0" cy="0"/>
          <a:chOff x="0" y="0"/>
          <a:chExt cx="0" cy="0"/>
        </a:xfrm>
      </p:grpSpPr>
      <p:sp>
        <p:nvSpPr>
          <p:cNvPr id="4" name="Medienplatzhalter 3">
            <a:extLst>
              <a:ext uri="{FF2B5EF4-FFF2-40B4-BE49-F238E27FC236}">
                <a16:creationId xmlns:a16="http://schemas.microsoft.com/office/drawing/2014/main" id="{9BA67165-0A5A-AE4C-95D9-D99246F57EF5}"/>
              </a:ext>
            </a:extLst>
          </p:cNvPr>
          <p:cNvSpPr>
            <a:spLocks noGrp="1"/>
          </p:cNvSpPr>
          <p:nvPr>
            <p:ph type="media" sz="quarter" idx="10"/>
          </p:nvPr>
        </p:nvSpPr>
        <p:spPr>
          <a:xfrm>
            <a:off x="-147638" y="-187325"/>
            <a:ext cx="12506326" cy="7246938"/>
          </a:xfrm>
        </p:spPr>
        <p:txBody>
          <a:bodyPr/>
          <a:lstStyle/>
          <a:p>
            <a:r>
              <a:rPr lang="de-DE"/>
              <a:t>Mediaclip durch Klicken auf Symbol hinzufügen</a:t>
            </a:r>
          </a:p>
        </p:txBody>
      </p:sp>
      <p:sp>
        <p:nvSpPr>
          <p:cNvPr id="3" name="Titel 1">
            <a:extLst>
              <a:ext uri="{FF2B5EF4-FFF2-40B4-BE49-F238E27FC236}">
                <a16:creationId xmlns:a16="http://schemas.microsoft.com/office/drawing/2014/main" id="{9A862949-0F84-E141-8032-AA23D4ED4984}"/>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1394373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ild Vollfläche">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3B72C265-2384-1047-B247-BED4E5DD8811}"/>
              </a:ext>
            </a:extLst>
          </p:cNvPr>
          <p:cNvSpPr>
            <a:spLocks noGrp="1"/>
          </p:cNvSpPr>
          <p:nvPr>
            <p:ph type="pic" sz="quarter" idx="10"/>
          </p:nvPr>
        </p:nvSpPr>
        <p:spPr>
          <a:xfrm>
            <a:off x="-196850" y="-314325"/>
            <a:ext cx="12585700" cy="7354888"/>
          </a:xfrm>
        </p:spPr>
        <p:txBody>
          <a:bodyPr/>
          <a:lstStyle/>
          <a:p>
            <a:r>
              <a:rPr lang="de-DE"/>
              <a:t>Bild durch Klicken auf Symbol hinzufügen</a:t>
            </a:r>
          </a:p>
        </p:txBody>
      </p:sp>
      <p:sp>
        <p:nvSpPr>
          <p:cNvPr id="4" name="Titel 1">
            <a:extLst>
              <a:ext uri="{FF2B5EF4-FFF2-40B4-BE49-F238E27FC236}">
                <a16:creationId xmlns:a16="http://schemas.microsoft.com/office/drawing/2014/main" id="{32D034CD-831E-F54C-9182-631D66E0F442}"/>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2294437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 Vollfläche transparent">
    <p:bg>
      <p:bgRef idx="1001">
        <a:schemeClr val="bg1"/>
      </p:bgRef>
    </p:bg>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4DEA54DE-7E45-294C-9AFF-E577852AE665}"/>
              </a:ext>
            </a:extLst>
          </p:cNvPr>
          <p:cNvSpPr>
            <a:spLocks noGrp="1"/>
          </p:cNvSpPr>
          <p:nvPr>
            <p:ph type="pic" sz="quarter" idx="10"/>
          </p:nvPr>
        </p:nvSpPr>
        <p:spPr>
          <a:xfrm>
            <a:off x="-157163" y="-255588"/>
            <a:ext cx="12585701" cy="7305676"/>
          </a:xfrm>
        </p:spPr>
        <p:txBody>
          <a:bodyPr/>
          <a:lstStyle/>
          <a:p>
            <a:r>
              <a:rPr lang="de-DE"/>
              <a:t>Bild durch Klicken auf Symbol hinzufügen</a:t>
            </a:r>
          </a:p>
        </p:txBody>
      </p:sp>
      <p:sp>
        <p:nvSpPr>
          <p:cNvPr id="2" name="Rechteck 1">
            <a:extLst>
              <a:ext uri="{FF2B5EF4-FFF2-40B4-BE49-F238E27FC236}">
                <a16:creationId xmlns:a16="http://schemas.microsoft.com/office/drawing/2014/main" id="{15E60F35-117E-2040-B119-3E3BF2FE558D}"/>
              </a:ext>
            </a:extLst>
          </p:cNvPr>
          <p:cNvSpPr/>
          <p:nvPr userDrawn="1"/>
        </p:nvSpPr>
        <p:spPr>
          <a:xfrm>
            <a:off x="0" y="0"/>
            <a:ext cx="12192000"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 name="Titel 1">
            <a:extLst>
              <a:ext uri="{FF2B5EF4-FFF2-40B4-BE49-F238E27FC236}">
                <a16:creationId xmlns:a16="http://schemas.microsoft.com/office/drawing/2014/main" id="{E1F7DD75-BFBF-464C-989F-12F6AD6CF917}"/>
              </a:ext>
            </a:extLst>
          </p:cNvPr>
          <p:cNvSpPr>
            <a:spLocks noGrp="1"/>
          </p:cNvSpPr>
          <p:nvPr>
            <p:ph type="title"/>
          </p:nvPr>
        </p:nvSpPr>
        <p:spPr>
          <a:xfrm>
            <a:off x="608013" y="2513377"/>
            <a:ext cx="8373617" cy="1039092"/>
          </a:xfrm>
        </p:spPr>
        <p:txBody>
          <a:bodyPr/>
          <a:lstStyle/>
          <a:p>
            <a:r>
              <a:rPr lang="de-DE"/>
              <a:t>Mastertitelformat bearbeiten</a:t>
            </a:r>
          </a:p>
        </p:txBody>
      </p:sp>
      <p:sp>
        <p:nvSpPr>
          <p:cNvPr id="7" name="Textplatzhalter 6">
            <a:extLst>
              <a:ext uri="{FF2B5EF4-FFF2-40B4-BE49-F238E27FC236}">
                <a16:creationId xmlns:a16="http://schemas.microsoft.com/office/drawing/2014/main" id="{0FF2C474-8B02-41CF-82F2-E2EA2EB7DB0C}"/>
              </a:ext>
            </a:extLst>
          </p:cNvPr>
          <p:cNvSpPr>
            <a:spLocks noGrp="1"/>
          </p:cNvSpPr>
          <p:nvPr>
            <p:ph type="body" sz="quarter" idx="11" hasCustomPrompt="1"/>
          </p:nvPr>
        </p:nvSpPr>
        <p:spPr>
          <a:xfrm>
            <a:off x="1156531" y="4492499"/>
            <a:ext cx="3470275" cy="1968122"/>
          </a:xfrm>
        </p:spPr>
        <p:txBody>
          <a:bodyPr/>
          <a:lstStyle>
            <a:lvl1pPr>
              <a:defRPr/>
            </a:lvl1pPr>
          </a:lstStyle>
          <a:p>
            <a:pPr algn="ctr"/>
            <a:r>
              <a:rPr lang="de-DE"/>
              <a:t>Das gewünschte Bild über den Platzhalter einfügen. Bild markieren, Transparenz über Bildformat -&gt; Transparenz auf 65 % stellen. Bitte nur die vorgegebene Überschrift („Titel hinzufügen“) verwenden, diese Box löschen.</a:t>
            </a:r>
          </a:p>
          <a:p>
            <a:pPr lvl="4"/>
            <a:endParaRPr lang="de-DE"/>
          </a:p>
        </p:txBody>
      </p:sp>
    </p:spTree>
    <p:extLst>
      <p:ext uri="{BB962C8B-B14F-4D97-AF65-F5344CB8AC3E}">
        <p14:creationId xmlns:p14="http://schemas.microsoft.com/office/powerpoint/2010/main" val="17339395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Zwischenüberschrift, Inhalt">
    <p:spTree>
      <p:nvGrpSpPr>
        <p:cNvPr id="1" name=""/>
        <p:cNvGrpSpPr/>
        <p:nvPr/>
      </p:nvGrpSpPr>
      <p:grpSpPr>
        <a:xfrm>
          <a:off x="0" y="0"/>
          <a:ext cx="0" cy="0"/>
          <a:chOff x="0" y="0"/>
          <a:chExt cx="0" cy="0"/>
        </a:xfrm>
      </p:grpSpPr>
      <p:sp>
        <p:nvSpPr>
          <p:cNvPr id="9" name="Inhaltsplatzhalter 2"/>
          <p:cNvSpPr>
            <a:spLocks noGrp="1"/>
          </p:cNvSpPr>
          <p:nvPr>
            <p:ph idx="1"/>
          </p:nvPr>
        </p:nvSpPr>
        <p:spPr>
          <a:xfrm>
            <a:off x="608013" y="1855255"/>
            <a:ext cx="10979150" cy="3986745"/>
          </a:xfrm>
        </p:spPr>
        <p:txBody>
          <a:bodyPr/>
          <a:lstStyle>
            <a:lvl2pPr>
              <a:defRPr sz="1600"/>
            </a:lvl2pPr>
            <a:lvl3pPr>
              <a:defRPr sz="1400"/>
            </a:lvl3pPr>
            <a:lvl4pPr>
              <a:defRPr sz="1200"/>
            </a:lvl4pPr>
            <a:lvl5pPr>
              <a:defRPr sz="11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2"/>
          <p:cNvSpPr>
            <a:spLocks noGrp="1"/>
          </p:cNvSpPr>
          <p:nvPr>
            <p:ph type="body" idx="13"/>
          </p:nvPr>
        </p:nvSpPr>
        <p:spPr>
          <a:xfrm>
            <a:off x="609599" y="1520825"/>
            <a:ext cx="10977563" cy="334430"/>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5" name="Titel 1">
            <a:extLst>
              <a:ext uri="{FF2B5EF4-FFF2-40B4-BE49-F238E27FC236}">
                <a16:creationId xmlns:a16="http://schemas.microsoft.com/office/drawing/2014/main" id="{46CF3068-F347-3544-9F9B-4C3449561DAD}"/>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2791271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itel,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4"/>
            <a:ext cx="5410200" cy="4321175"/>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520826"/>
            <a:ext cx="5410200" cy="4321174"/>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352397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 zwei Inhalte, zwei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5"/>
            <a:ext cx="5410200" cy="1205122"/>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520825"/>
            <a:ext cx="5410200" cy="1205122"/>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Bildplatzhalter 5">
            <a:extLst>
              <a:ext uri="{FF2B5EF4-FFF2-40B4-BE49-F238E27FC236}">
                <a16:creationId xmlns:a16="http://schemas.microsoft.com/office/drawing/2014/main" id="{AD73CD91-0BC1-C04A-A752-31B525E73BEF}"/>
              </a:ext>
            </a:extLst>
          </p:cNvPr>
          <p:cNvSpPr>
            <a:spLocks noGrp="1"/>
          </p:cNvSpPr>
          <p:nvPr>
            <p:ph type="pic" sz="quarter" idx="10"/>
          </p:nvPr>
        </p:nvSpPr>
        <p:spPr>
          <a:xfrm>
            <a:off x="608013" y="2803525"/>
            <a:ext cx="5411787" cy="3038475"/>
          </a:xfrm>
        </p:spPr>
        <p:txBody>
          <a:bodyPr/>
          <a:lstStyle/>
          <a:p>
            <a:r>
              <a:rPr lang="de-DE"/>
              <a:t>Bild durch Klicken auf Symbol hinzufügen</a:t>
            </a:r>
          </a:p>
        </p:txBody>
      </p:sp>
      <p:sp>
        <p:nvSpPr>
          <p:cNvPr id="7" name="Bildplatzhalter 5">
            <a:extLst>
              <a:ext uri="{FF2B5EF4-FFF2-40B4-BE49-F238E27FC236}">
                <a16:creationId xmlns:a16="http://schemas.microsoft.com/office/drawing/2014/main" id="{CCE80233-1609-7E49-9157-D326B9449999}"/>
              </a:ext>
            </a:extLst>
          </p:cNvPr>
          <p:cNvSpPr>
            <a:spLocks noGrp="1"/>
          </p:cNvSpPr>
          <p:nvPr>
            <p:ph type="pic" sz="quarter" idx="11"/>
          </p:nvPr>
        </p:nvSpPr>
        <p:spPr>
          <a:xfrm>
            <a:off x="6172200" y="2801039"/>
            <a:ext cx="5411787" cy="3038475"/>
          </a:xfrm>
        </p:spPr>
        <p:txBody>
          <a:bodyPr/>
          <a:lstStyle/>
          <a:p>
            <a:r>
              <a:rPr lang="de-DE"/>
              <a:t>Bild durch Klicken auf Symbol hinzufügen</a:t>
            </a:r>
          </a:p>
        </p:txBody>
      </p:sp>
    </p:spTree>
    <p:extLst>
      <p:ext uri="{BB962C8B-B14F-4D97-AF65-F5344CB8AC3E}">
        <p14:creationId xmlns:p14="http://schemas.microsoft.com/office/powerpoint/2010/main" val="1068804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Titel, zwei Zwischenüberschriften,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Mastertitelformat bearbeiten</a:t>
            </a:r>
          </a:p>
        </p:txBody>
      </p:sp>
      <p:sp>
        <p:nvSpPr>
          <p:cNvPr id="3" name="Textplatzhalter 2"/>
          <p:cNvSpPr>
            <a:spLocks noGrp="1"/>
          </p:cNvSpPr>
          <p:nvPr>
            <p:ph type="body" idx="1"/>
          </p:nvPr>
        </p:nvSpPr>
        <p:spPr>
          <a:xfrm>
            <a:off x="609600" y="1530893"/>
            <a:ext cx="5386388"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609600" y="1855255"/>
            <a:ext cx="5386388" cy="3986745"/>
          </a:xfrm>
        </p:spPr>
        <p:txBody>
          <a:bodyPr>
            <a:normAutofit/>
          </a:bodyPr>
          <a:lstStyle>
            <a:lvl1pPr>
              <a:defRPr sz="1700">
                <a:solidFill>
                  <a:srgbClr val="706F6F"/>
                </a:solidFill>
              </a:defRPr>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92838" y="1530893"/>
            <a:ext cx="5389562"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6192838" y="1855256"/>
            <a:ext cx="5389562" cy="3986744"/>
          </a:xfrm>
        </p:spPr>
        <p:txBody>
          <a:bodyPr>
            <a:normAutofit/>
          </a:bodyPr>
          <a:lstStyle>
            <a:lvl1pPr>
              <a:defRPr sz="1700"/>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807425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zwei Zwischenüberschriften, zwei Inhalte, zwei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Mastertitelformat bearbeiten</a:t>
            </a:r>
          </a:p>
        </p:txBody>
      </p:sp>
      <p:sp>
        <p:nvSpPr>
          <p:cNvPr id="3" name="Textplatzhalter 2"/>
          <p:cNvSpPr>
            <a:spLocks noGrp="1"/>
          </p:cNvSpPr>
          <p:nvPr>
            <p:ph type="body" idx="1"/>
          </p:nvPr>
        </p:nvSpPr>
        <p:spPr>
          <a:xfrm>
            <a:off x="609600" y="1530893"/>
            <a:ext cx="5386388"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609600" y="1855256"/>
            <a:ext cx="5386388" cy="1448662"/>
          </a:xfrm>
        </p:spPr>
        <p:txBody>
          <a:bodyPr>
            <a:normAutofit/>
          </a:bodyPr>
          <a:lstStyle>
            <a:lvl1pPr>
              <a:defRPr sz="1700">
                <a:solidFill>
                  <a:srgbClr val="706F6F"/>
                </a:solidFill>
              </a:defRPr>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92838" y="1530893"/>
            <a:ext cx="5389562"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6192838" y="1855256"/>
            <a:ext cx="5389562" cy="1448662"/>
          </a:xfrm>
        </p:spPr>
        <p:txBody>
          <a:bodyPr>
            <a:normAutofit/>
          </a:bodyPr>
          <a:lstStyle>
            <a:lvl1pPr>
              <a:defRPr sz="1700"/>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Bildplatzhalter 5">
            <a:extLst>
              <a:ext uri="{FF2B5EF4-FFF2-40B4-BE49-F238E27FC236}">
                <a16:creationId xmlns:a16="http://schemas.microsoft.com/office/drawing/2014/main" id="{6491D70F-E888-4045-868A-9A934BA5D9A7}"/>
              </a:ext>
            </a:extLst>
          </p:cNvPr>
          <p:cNvSpPr>
            <a:spLocks noGrp="1"/>
          </p:cNvSpPr>
          <p:nvPr>
            <p:ph type="pic" sz="quarter" idx="10"/>
          </p:nvPr>
        </p:nvSpPr>
        <p:spPr>
          <a:xfrm>
            <a:off x="608013" y="3303918"/>
            <a:ext cx="5391149" cy="2538081"/>
          </a:xfrm>
        </p:spPr>
        <p:txBody>
          <a:bodyPr/>
          <a:lstStyle/>
          <a:p>
            <a:r>
              <a:rPr lang="de-DE"/>
              <a:t>Bild durch Klicken auf Symbol hinzufügen</a:t>
            </a:r>
          </a:p>
        </p:txBody>
      </p:sp>
      <p:sp>
        <p:nvSpPr>
          <p:cNvPr id="8" name="Bildplatzhalter 5">
            <a:extLst>
              <a:ext uri="{FF2B5EF4-FFF2-40B4-BE49-F238E27FC236}">
                <a16:creationId xmlns:a16="http://schemas.microsoft.com/office/drawing/2014/main" id="{5D14193D-5D40-264C-A68B-F249B26F8F52}"/>
              </a:ext>
            </a:extLst>
          </p:cNvPr>
          <p:cNvSpPr>
            <a:spLocks noGrp="1"/>
          </p:cNvSpPr>
          <p:nvPr>
            <p:ph type="pic" sz="quarter" idx="11"/>
          </p:nvPr>
        </p:nvSpPr>
        <p:spPr>
          <a:xfrm>
            <a:off x="6197601" y="3303918"/>
            <a:ext cx="5384799" cy="2538082"/>
          </a:xfrm>
        </p:spPr>
        <p:txBody>
          <a:bodyPr/>
          <a:lstStyle/>
          <a:p>
            <a:r>
              <a:rPr lang="de-DE"/>
              <a:t>Bild durch Klicken auf Symbol hinzufügen</a:t>
            </a:r>
          </a:p>
        </p:txBody>
      </p:sp>
    </p:spTree>
    <p:extLst>
      <p:ext uri="{BB962C8B-B14F-4D97-AF65-F5344CB8AC3E}">
        <p14:creationId xmlns:p14="http://schemas.microsoft.com/office/powerpoint/2010/main" val="656395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el, 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4"/>
            <a:ext cx="3571337" cy="4321176"/>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10331" y="1520824"/>
            <a:ext cx="3571337" cy="4321176"/>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3">
            <a:extLst>
              <a:ext uri="{FF2B5EF4-FFF2-40B4-BE49-F238E27FC236}">
                <a16:creationId xmlns:a16="http://schemas.microsoft.com/office/drawing/2014/main" id="{FFAE8A9E-ED85-DB4D-87FB-03F3ACC9F281}"/>
              </a:ext>
            </a:extLst>
          </p:cNvPr>
          <p:cNvSpPr>
            <a:spLocks noGrp="1"/>
          </p:cNvSpPr>
          <p:nvPr>
            <p:ph sz="half" idx="10"/>
          </p:nvPr>
        </p:nvSpPr>
        <p:spPr>
          <a:xfrm>
            <a:off x="8011063" y="1520824"/>
            <a:ext cx="3571337" cy="4321176"/>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107960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 drei Zwischenüberschriften, 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841477"/>
            <a:ext cx="3571337" cy="4000523"/>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extplatzhalter 2">
            <a:extLst>
              <a:ext uri="{FF2B5EF4-FFF2-40B4-BE49-F238E27FC236}">
                <a16:creationId xmlns:a16="http://schemas.microsoft.com/office/drawing/2014/main" id="{82D0E903-7614-A140-B92F-52362A32047D}"/>
              </a:ext>
            </a:extLst>
          </p:cNvPr>
          <p:cNvSpPr>
            <a:spLocks noGrp="1"/>
          </p:cNvSpPr>
          <p:nvPr>
            <p:ph type="body" idx="11"/>
          </p:nvPr>
        </p:nvSpPr>
        <p:spPr>
          <a:xfrm>
            <a:off x="609600" y="1520825"/>
            <a:ext cx="3571336" cy="334430"/>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9" name="Inhaltsplatzhalter 2">
            <a:extLst>
              <a:ext uri="{FF2B5EF4-FFF2-40B4-BE49-F238E27FC236}">
                <a16:creationId xmlns:a16="http://schemas.microsoft.com/office/drawing/2014/main" id="{8B47C00C-BFF4-4BD6-B6A4-82489757A7C5}"/>
              </a:ext>
            </a:extLst>
          </p:cNvPr>
          <p:cNvSpPr>
            <a:spLocks noGrp="1"/>
          </p:cNvSpPr>
          <p:nvPr>
            <p:ph sz="half" idx="12"/>
          </p:nvPr>
        </p:nvSpPr>
        <p:spPr>
          <a:xfrm>
            <a:off x="8011063" y="1831409"/>
            <a:ext cx="3571337" cy="4010591"/>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2">
            <a:extLst>
              <a:ext uri="{FF2B5EF4-FFF2-40B4-BE49-F238E27FC236}">
                <a16:creationId xmlns:a16="http://schemas.microsoft.com/office/drawing/2014/main" id="{94F6C2CB-1D01-4FCA-9749-F27FA0BD4D89}"/>
              </a:ext>
            </a:extLst>
          </p:cNvPr>
          <p:cNvSpPr>
            <a:spLocks noGrp="1"/>
          </p:cNvSpPr>
          <p:nvPr>
            <p:ph type="body" idx="13"/>
          </p:nvPr>
        </p:nvSpPr>
        <p:spPr>
          <a:xfrm>
            <a:off x="8011063" y="1520825"/>
            <a:ext cx="3571336"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1" name="Inhaltsplatzhalter 2">
            <a:extLst>
              <a:ext uri="{FF2B5EF4-FFF2-40B4-BE49-F238E27FC236}">
                <a16:creationId xmlns:a16="http://schemas.microsoft.com/office/drawing/2014/main" id="{89BA9899-8531-4F70-AD2C-B9B45E1F981E}"/>
              </a:ext>
            </a:extLst>
          </p:cNvPr>
          <p:cNvSpPr>
            <a:spLocks noGrp="1"/>
          </p:cNvSpPr>
          <p:nvPr>
            <p:ph sz="half" idx="14"/>
          </p:nvPr>
        </p:nvSpPr>
        <p:spPr>
          <a:xfrm>
            <a:off x="4310331" y="1831409"/>
            <a:ext cx="3571337" cy="4010591"/>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2">
            <a:extLst>
              <a:ext uri="{FF2B5EF4-FFF2-40B4-BE49-F238E27FC236}">
                <a16:creationId xmlns:a16="http://schemas.microsoft.com/office/drawing/2014/main" id="{3CA51ED2-ABDA-4C93-A262-E3E7B17C64C4}"/>
              </a:ext>
            </a:extLst>
          </p:cNvPr>
          <p:cNvSpPr>
            <a:spLocks noGrp="1"/>
          </p:cNvSpPr>
          <p:nvPr>
            <p:ph type="body" idx="15"/>
          </p:nvPr>
        </p:nvSpPr>
        <p:spPr>
          <a:xfrm>
            <a:off x="4310331" y="1520825"/>
            <a:ext cx="3571336"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Tree>
    <p:extLst>
      <p:ext uri="{BB962C8B-B14F-4D97-AF65-F5344CB8AC3E}">
        <p14:creationId xmlns:p14="http://schemas.microsoft.com/office/powerpoint/2010/main" val="35398065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ld mit Beschriftung">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585788" y="1520825"/>
            <a:ext cx="7827962" cy="43150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p>
        </p:txBody>
      </p:sp>
      <p:sp>
        <p:nvSpPr>
          <p:cNvPr id="4" name="Textplatzhalter 3"/>
          <p:cNvSpPr>
            <a:spLocks noGrp="1"/>
          </p:cNvSpPr>
          <p:nvPr>
            <p:ph type="body" sz="half" idx="2"/>
          </p:nvPr>
        </p:nvSpPr>
        <p:spPr>
          <a:xfrm>
            <a:off x="8640763" y="1520826"/>
            <a:ext cx="2946400" cy="4315064"/>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itel 1">
            <a:extLst>
              <a:ext uri="{FF2B5EF4-FFF2-40B4-BE49-F238E27FC236}">
                <a16:creationId xmlns:a16="http://schemas.microsoft.com/office/drawing/2014/main" id="{D041A20A-43F5-C94E-9CA6-0C1F8A5BF50B}"/>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34176105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platzhalter 11"/>
          <p:cNvSpPr>
            <a:spLocks noGrp="1"/>
          </p:cNvSpPr>
          <p:nvPr>
            <p:ph type="body" sz="quarter" idx="15" hasCustomPrompt="1"/>
          </p:nvPr>
        </p:nvSpPr>
        <p:spPr>
          <a:xfrm>
            <a:off x="3032037" y="3016051"/>
            <a:ext cx="8236207" cy="531466"/>
          </a:xfrm>
        </p:spPr>
        <p:txBody>
          <a:bodyPr>
            <a:normAutofit/>
          </a:bodyPr>
          <a:lstStyle>
            <a:lvl1pPr marL="0" indent="0">
              <a:buFont typeface="Arial" panose="020B0604020202020204" pitchFamily="34" charset="0"/>
              <a:buNone/>
              <a:defRPr lang="de-DE" sz="2400" b="1" i="1" spc="90" baseline="0" dirty="0" smtClean="0">
                <a:solidFill>
                  <a:schemeClr val="accent1"/>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Name</a:t>
            </a:r>
          </a:p>
        </p:txBody>
      </p:sp>
      <p:sp>
        <p:nvSpPr>
          <p:cNvPr id="4" name="Textplatzhalter 11"/>
          <p:cNvSpPr>
            <a:spLocks noGrp="1"/>
          </p:cNvSpPr>
          <p:nvPr>
            <p:ph type="body" sz="quarter" idx="16" hasCustomPrompt="1"/>
          </p:nvPr>
        </p:nvSpPr>
        <p:spPr>
          <a:xfrm>
            <a:off x="3032036" y="5208557"/>
            <a:ext cx="8236207" cy="508178"/>
          </a:xfrm>
        </p:spPr>
        <p:txBody>
          <a:bodyPr>
            <a:normAutofit/>
          </a:bodyPr>
          <a:lstStyle>
            <a:lvl1pPr marL="0" indent="0">
              <a:buFont typeface="Arial" panose="020B0604020202020204" pitchFamily="34" charset="0"/>
              <a:buNone/>
              <a:defRPr lang="de-DE" sz="1800" i="1" spc="90" baseline="0" dirty="0" smtClean="0">
                <a:solidFill>
                  <a:schemeClr val="accent2"/>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mail@smartfactory.de</a:t>
            </a:r>
          </a:p>
        </p:txBody>
      </p:sp>
      <p:sp>
        <p:nvSpPr>
          <p:cNvPr id="5" name="Textplatzhalter 11"/>
          <p:cNvSpPr>
            <a:spLocks noGrp="1"/>
          </p:cNvSpPr>
          <p:nvPr>
            <p:ph type="body" sz="quarter" idx="17" hasCustomPrompt="1"/>
          </p:nvPr>
        </p:nvSpPr>
        <p:spPr>
          <a:xfrm>
            <a:off x="3032036" y="3387097"/>
            <a:ext cx="8236207" cy="408215"/>
          </a:xfrm>
        </p:spPr>
        <p:txBody>
          <a:bodyPr>
            <a:normAutofit/>
          </a:bodyPr>
          <a:lstStyle>
            <a:lvl1pPr marL="0" indent="0" algn="l">
              <a:lnSpc>
                <a:spcPct val="100000"/>
              </a:lnSpc>
              <a:spcBef>
                <a:spcPts val="0"/>
              </a:spcBef>
              <a:buFont typeface="Arial" panose="020B0604020202020204" pitchFamily="34" charset="0"/>
              <a:buNone/>
              <a:defRPr lang="de-DE" sz="1700" cap="all" spc="90" baseline="0" dirty="0" smtClean="0">
                <a:solidFill>
                  <a:schemeClr val="accent2"/>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FUNKTION / AUFGABE</a:t>
            </a:r>
          </a:p>
        </p:txBody>
      </p:sp>
      <p:sp>
        <p:nvSpPr>
          <p:cNvPr id="6" name="Bildplatzhalter 9"/>
          <p:cNvSpPr>
            <a:spLocks noGrp="1"/>
          </p:cNvSpPr>
          <p:nvPr>
            <p:ph type="pic" sz="quarter" idx="14"/>
          </p:nvPr>
        </p:nvSpPr>
        <p:spPr>
          <a:xfrm>
            <a:off x="585788" y="3075328"/>
            <a:ext cx="1864478" cy="2462384"/>
          </a:xfrm>
          <a:ln w="3175">
            <a:solidFill>
              <a:schemeClr val="bg2">
                <a:lumMod val="90000"/>
              </a:schemeClr>
            </a:solidFill>
          </a:ln>
        </p:spPr>
        <p:txBody>
          <a:bodyPr>
            <a:normAutofit/>
          </a:bodyPr>
          <a:lstStyle>
            <a:lvl1pPr>
              <a:defRPr sz="1200"/>
            </a:lvl1pPr>
          </a:lstStyle>
          <a:p>
            <a:r>
              <a:rPr lang="de-DE"/>
              <a:t>Bild durch Klicken auf Symbol hinzufügen</a:t>
            </a:r>
          </a:p>
        </p:txBody>
      </p:sp>
      <p:sp>
        <p:nvSpPr>
          <p:cNvPr id="7" name="Rechteck 6"/>
          <p:cNvSpPr/>
          <p:nvPr userDrawn="1"/>
        </p:nvSpPr>
        <p:spPr>
          <a:xfrm>
            <a:off x="3020326" y="3885838"/>
            <a:ext cx="5393424" cy="923330"/>
          </a:xfrm>
          <a:prstGeom prst="rect">
            <a:avLst/>
          </a:prstGeom>
        </p:spPr>
        <p:txBody>
          <a:bodyPr wrap="square">
            <a:spAutoFit/>
          </a:bodyPr>
          <a:lstStyle/>
          <a:p>
            <a:pPr>
              <a:spcAft>
                <a:spcPts val="0"/>
              </a:spcAft>
            </a:pPr>
            <a:r>
              <a:rPr lang="de-DE" sz="1800" spc="90" baseline="0">
                <a:solidFill>
                  <a:schemeClr val="accent4"/>
                </a:solidFill>
                <a:latin typeface="Calibri" panose="020F0502020204030204" pitchFamily="34" charset="0"/>
                <a:cs typeface="Calibri" panose="020F0502020204030204" pitchFamily="34" charset="0"/>
              </a:rPr>
              <a:t>Technologie-Initiative </a:t>
            </a:r>
            <a:r>
              <a:rPr lang="de-DE" sz="1800" spc="90" baseline="0" err="1">
                <a:solidFill>
                  <a:schemeClr val="accent4"/>
                </a:solidFill>
                <a:latin typeface="Calibri" panose="020F0502020204030204" pitchFamily="34" charset="0"/>
                <a:cs typeface="Calibri" panose="020F0502020204030204" pitchFamily="34" charset="0"/>
              </a:rPr>
              <a:t>SmartFactory</a:t>
            </a:r>
            <a:r>
              <a:rPr lang="de-DE" sz="1800" spc="90" baseline="0">
                <a:solidFill>
                  <a:schemeClr val="accent4"/>
                </a:solidFill>
                <a:latin typeface="Calibri" panose="020F0502020204030204" pitchFamily="34" charset="0"/>
                <a:cs typeface="Calibri" panose="020F0502020204030204" pitchFamily="34" charset="0"/>
              </a:rPr>
              <a:t> KL e.</a:t>
            </a:r>
            <a:r>
              <a:rPr lang="de-DE" sz="1800" spc="-150" baseline="0">
                <a:solidFill>
                  <a:schemeClr val="accent4"/>
                </a:solidFill>
                <a:latin typeface="Calibri" panose="020F0502020204030204" pitchFamily="34" charset="0"/>
                <a:cs typeface="Calibri" panose="020F0502020204030204" pitchFamily="34" charset="0"/>
              </a:rPr>
              <a:t> </a:t>
            </a:r>
            <a:r>
              <a:rPr lang="de-DE" sz="1800" spc="90" baseline="0">
                <a:solidFill>
                  <a:schemeClr val="accent4"/>
                </a:solidFill>
                <a:latin typeface="Calibri" panose="020F0502020204030204" pitchFamily="34" charset="0"/>
                <a:cs typeface="Calibri" panose="020F0502020204030204" pitchFamily="34" charset="0"/>
              </a:rPr>
              <a:t>V. </a:t>
            </a:r>
          </a:p>
          <a:p>
            <a:pPr>
              <a:spcAft>
                <a:spcPts val="0"/>
              </a:spcAft>
            </a:pPr>
            <a:r>
              <a:rPr lang="de-DE" sz="1800" spc="90" baseline="0" err="1">
                <a:solidFill>
                  <a:schemeClr val="accent4"/>
                </a:solidFill>
                <a:latin typeface="Calibri" panose="020F0502020204030204" pitchFamily="34" charset="0"/>
                <a:cs typeface="Calibri" panose="020F0502020204030204" pitchFamily="34" charset="0"/>
              </a:rPr>
              <a:t>Trippstadter</a:t>
            </a:r>
            <a:r>
              <a:rPr lang="de-DE" sz="1800" spc="90" baseline="0">
                <a:solidFill>
                  <a:schemeClr val="accent4"/>
                </a:solidFill>
                <a:latin typeface="Calibri" panose="020F0502020204030204" pitchFamily="34" charset="0"/>
                <a:cs typeface="Calibri" panose="020F0502020204030204" pitchFamily="34" charset="0"/>
              </a:rPr>
              <a:t> Straße 122</a:t>
            </a:r>
          </a:p>
          <a:p>
            <a:pPr>
              <a:spcAft>
                <a:spcPts val="0"/>
              </a:spcAft>
            </a:pPr>
            <a:r>
              <a:rPr lang="de-DE" sz="1800" spc="90" baseline="0">
                <a:solidFill>
                  <a:schemeClr val="accent4"/>
                </a:solidFill>
                <a:latin typeface="Calibri" panose="020F0502020204030204" pitchFamily="34" charset="0"/>
                <a:cs typeface="Calibri" panose="020F0502020204030204" pitchFamily="34" charset="0"/>
              </a:rPr>
              <a:t>67663 Kaiserslautern</a:t>
            </a:r>
          </a:p>
        </p:txBody>
      </p:sp>
    </p:spTree>
    <p:extLst>
      <p:ext uri="{BB962C8B-B14F-4D97-AF65-F5344CB8AC3E}">
        <p14:creationId xmlns:p14="http://schemas.microsoft.com/office/powerpoint/2010/main" val="21992805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el: SF, DFKI, WSKL m. PL4">
    <p:spTree>
      <p:nvGrpSpPr>
        <p:cNvPr id="1" name=""/>
        <p:cNvGrpSpPr/>
        <p:nvPr/>
      </p:nvGrpSpPr>
      <p:grpSpPr>
        <a:xfrm>
          <a:off x="0" y="0"/>
          <a:ext cx="0" cy="0"/>
          <a:chOff x="0" y="0"/>
          <a:chExt cx="0" cy="0"/>
        </a:xfrm>
      </p:grpSpPr>
      <p:pic>
        <p:nvPicPr>
          <p:cNvPr id="21" name="Grafik 20" descr="Ein Bild, das drinnen, Decke, Küche, Tisch enthält.&#10;&#10;Automatisch generierte Beschreibung">
            <a:extLst>
              <a:ext uri="{FF2B5EF4-FFF2-40B4-BE49-F238E27FC236}">
                <a16:creationId xmlns:a16="http://schemas.microsoft.com/office/drawing/2014/main" id="{D2AFD9B1-3EBC-412F-85E9-A7086245F0A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
            <a:ext cx="12192000" cy="6858001"/>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6725653" y="-1"/>
            <a:ext cx="5466347" cy="2887579"/>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pic>
        <p:nvPicPr>
          <p:cNvPr id="12" name="Bild 11" descr="SF_LOGO_®_4C.eps"/>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26305" y="630108"/>
            <a:ext cx="2176631" cy="259954"/>
          </a:xfrm>
          <a:prstGeom prst="rect">
            <a:avLst/>
          </a:prstGeom>
        </p:spPr>
      </p:pic>
      <p:sp>
        <p:nvSpPr>
          <p:cNvPr id="2" name="Titel 1"/>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pic>
        <p:nvPicPr>
          <p:cNvPr id="5" name="Grafik 4" descr="Ein Bild, das Text enthält.&#10;&#10;Automatisch generierte Beschreibung">
            <a:extLst>
              <a:ext uri="{FF2B5EF4-FFF2-40B4-BE49-F238E27FC236}">
                <a16:creationId xmlns:a16="http://schemas.microsoft.com/office/drawing/2014/main" id="{C9AF9B46-D114-F6D0-70F0-B719A618009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25760" y="1435336"/>
            <a:ext cx="2196831" cy="780708"/>
          </a:xfrm>
          <a:prstGeom prst="rect">
            <a:avLst/>
          </a:prstGeom>
        </p:spPr>
      </p:pic>
      <p:pic>
        <p:nvPicPr>
          <p:cNvPr id="3" name="Grafik 2" descr="Ein Bild, das Schwarz, Dunkelheit enthält.&#10;&#10;Automatisch generierte Beschreibung">
            <a:extLst>
              <a:ext uri="{FF2B5EF4-FFF2-40B4-BE49-F238E27FC236}">
                <a16:creationId xmlns:a16="http://schemas.microsoft.com/office/drawing/2014/main" id="{E4063C59-45D0-E0E2-79F3-397C1A844632}"/>
              </a:ext>
            </a:extLst>
          </p:cNvPr>
          <p:cNvPicPr>
            <a:picLocks noChangeAspect="1"/>
          </p:cNvPicPr>
          <p:nvPr userDrawn="1"/>
        </p:nvPicPr>
        <p:blipFill>
          <a:blip r:embed="rId6"/>
          <a:stretch>
            <a:fillRect/>
          </a:stretch>
        </p:blipFill>
        <p:spPr>
          <a:xfrm>
            <a:off x="9808721" y="971541"/>
            <a:ext cx="1968296" cy="563149"/>
          </a:xfrm>
          <a:prstGeom prst="rect">
            <a:avLst/>
          </a:prstGeom>
        </p:spPr>
      </p:pic>
    </p:spTree>
    <p:extLst>
      <p:ext uri="{BB962C8B-B14F-4D97-AF65-F5344CB8AC3E}">
        <p14:creationId xmlns:p14="http://schemas.microsoft.com/office/powerpoint/2010/main" val="33548489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el: SF, DFKI m. PL4">
    <p:spTree>
      <p:nvGrpSpPr>
        <p:cNvPr id="1" name=""/>
        <p:cNvGrpSpPr/>
        <p:nvPr/>
      </p:nvGrpSpPr>
      <p:grpSpPr>
        <a:xfrm>
          <a:off x="0" y="0"/>
          <a:ext cx="0" cy="0"/>
          <a:chOff x="0" y="0"/>
          <a:chExt cx="0" cy="0"/>
        </a:xfrm>
      </p:grpSpPr>
      <p:pic>
        <p:nvPicPr>
          <p:cNvPr id="21" name="Grafik 20" descr="Ein Bild, das drinnen, Decke, Küche, Tisch enthält.&#10;&#10;Automatisch generierte Beschreibung">
            <a:extLst>
              <a:ext uri="{FF2B5EF4-FFF2-40B4-BE49-F238E27FC236}">
                <a16:creationId xmlns:a16="http://schemas.microsoft.com/office/drawing/2014/main" id="{D2AFD9B1-3EBC-412F-85E9-A7086245F0A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
            <a:ext cx="12192000" cy="6858001"/>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7778187" y="0"/>
            <a:ext cx="4413813" cy="2372810"/>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pic>
        <p:nvPicPr>
          <p:cNvPr id="12" name="Bild 11" descr="SF_LOGO_®_4C.eps"/>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51850" y="654472"/>
            <a:ext cx="2176631" cy="259954"/>
          </a:xfrm>
          <a:prstGeom prst="rect">
            <a:avLst/>
          </a:prstGeom>
        </p:spPr>
      </p:pic>
      <p:sp>
        <p:nvSpPr>
          <p:cNvPr id="2" name="Titel 1"/>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pic>
        <p:nvPicPr>
          <p:cNvPr id="5" name="Grafik 4" descr="Ein Bild, das Schwarz, Dunkelheit enthält.&#10;&#10;Automatisch generierte Beschreibung">
            <a:extLst>
              <a:ext uri="{FF2B5EF4-FFF2-40B4-BE49-F238E27FC236}">
                <a16:creationId xmlns:a16="http://schemas.microsoft.com/office/drawing/2014/main" id="{F6A9D920-9B37-70C7-C0A1-867DF5B01E0D}"/>
              </a:ext>
            </a:extLst>
          </p:cNvPr>
          <p:cNvPicPr>
            <a:picLocks noChangeAspect="1"/>
          </p:cNvPicPr>
          <p:nvPr userDrawn="1"/>
        </p:nvPicPr>
        <p:blipFill>
          <a:blip r:embed="rId5"/>
          <a:stretch>
            <a:fillRect/>
          </a:stretch>
        </p:blipFill>
        <p:spPr>
          <a:xfrm>
            <a:off x="9734267" y="1020862"/>
            <a:ext cx="1968296" cy="563149"/>
          </a:xfrm>
          <a:prstGeom prst="rect">
            <a:avLst/>
          </a:prstGeom>
        </p:spPr>
      </p:pic>
    </p:spTree>
    <p:extLst>
      <p:ext uri="{BB962C8B-B14F-4D97-AF65-F5344CB8AC3E}">
        <p14:creationId xmlns:p14="http://schemas.microsoft.com/office/powerpoint/2010/main" val="31159124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itel: SF, DFKI, WSKL m. PL4">
    <p:spTree>
      <p:nvGrpSpPr>
        <p:cNvPr id="1" name=""/>
        <p:cNvGrpSpPr/>
        <p:nvPr/>
      </p:nvGrpSpPr>
      <p:grpSpPr>
        <a:xfrm>
          <a:off x="0" y="0"/>
          <a:ext cx="0" cy="0"/>
          <a:chOff x="0" y="0"/>
          <a:chExt cx="0" cy="0"/>
        </a:xfrm>
      </p:grpSpPr>
      <p:pic>
        <p:nvPicPr>
          <p:cNvPr id="6" name="Grafik 5" descr="Ein Bild, das Kleidung, Im Haus, Person, Schuhwerk enthält.&#10;&#10;Automatisch generierte Beschreibung">
            <a:extLst>
              <a:ext uri="{FF2B5EF4-FFF2-40B4-BE49-F238E27FC236}">
                <a16:creationId xmlns:a16="http://schemas.microsoft.com/office/drawing/2014/main" id="{F2E0EEE8-BED6-8E24-72F7-01A3FEBE625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005391"/>
            <a:ext cx="12192000" cy="8131968"/>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6725653" y="-443061"/>
            <a:ext cx="5466347" cy="2887579"/>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pic>
        <p:nvPicPr>
          <p:cNvPr id="12" name="Bild 11" descr="SF_LOGO_®_4C.eps"/>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26305" y="630108"/>
            <a:ext cx="2176631" cy="259954"/>
          </a:xfrm>
          <a:prstGeom prst="rect">
            <a:avLst/>
          </a:prstGeom>
        </p:spPr>
      </p:pic>
      <p:sp>
        <p:nvSpPr>
          <p:cNvPr id="2" name="Titel 1"/>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pic>
        <p:nvPicPr>
          <p:cNvPr id="3" name="Grafik 2" descr="Ein Bild, das Schwarz, Dunkelheit enthält.&#10;&#10;Automatisch generierte Beschreibung">
            <a:extLst>
              <a:ext uri="{FF2B5EF4-FFF2-40B4-BE49-F238E27FC236}">
                <a16:creationId xmlns:a16="http://schemas.microsoft.com/office/drawing/2014/main" id="{EF939818-5BF3-10A8-AB59-F123609FAACC}"/>
              </a:ext>
            </a:extLst>
          </p:cNvPr>
          <p:cNvPicPr>
            <a:picLocks noChangeAspect="1"/>
          </p:cNvPicPr>
          <p:nvPr userDrawn="1"/>
        </p:nvPicPr>
        <p:blipFill>
          <a:blip r:embed="rId5"/>
          <a:stretch>
            <a:fillRect/>
          </a:stretch>
        </p:blipFill>
        <p:spPr>
          <a:xfrm>
            <a:off x="9830982" y="1020862"/>
            <a:ext cx="1968296" cy="563149"/>
          </a:xfrm>
          <a:prstGeom prst="rect">
            <a:avLst/>
          </a:prstGeom>
        </p:spPr>
      </p:pic>
    </p:spTree>
    <p:extLst>
      <p:ext uri="{BB962C8B-B14F-4D97-AF65-F5344CB8AC3E}">
        <p14:creationId xmlns:p14="http://schemas.microsoft.com/office/powerpoint/2010/main" val="41654143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el: SF, DFKI Alternative">
    <p:spTree>
      <p:nvGrpSpPr>
        <p:cNvPr id="1" name=""/>
        <p:cNvGrpSpPr/>
        <p:nvPr/>
      </p:nvGrpSpPr>
      <p:grpSpPr>
        <a:xfrm>
          <a:off x="0" y="0"/>
          <a:ext cx="0" cy="0"/>
          <a:chOff x="0" y="0"/>
          <a:chExt cx="0" cy="0"/>
        </a:xfrm>
      </p:grpSpPr>
      <p:pic>
        <p:nvPicPr>
          <p:cNvPr id="4" name="Grafik 3" descr="Ein Bild, das drinnen, Boden, Himmel, Küche enthält.&#10;&#10;Mit sehr hoher Zuverlässigkeit generierte Beschreibung">
            <a:extLst>
              <a:ext uri="{FF2B5EF4-FFF2-40B4-BE49-F238E27FC236}">
                <a16:creationId xmlns:a16="http://schemas.microsoft.com/office/drawing/2014/main" id="{0E105304-8F25-4AA0-940F-9448939499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
            <a:ext cx="12192000" cy="6858000"/>
          </a:xfrm>
          <a:prstGeom prst="rect">
            <a:avLst/>
          </a:prstGeom>
        </p:spPr>
      </p:pic>
      <p:sp>
        <p:nvSpPr>
          <p:cNvPr id="11" name="Rechteck 3">
            <a:extLst>
              <a:ext uri="{FF2B5EF4-FFF2-40B4-BE49-F238E27FC236}">
                <a16:creationId xmlns:a16="http://schemas.microsoft.com/office/drawing/2014/main" id="{D85358A3-90FA-C34B-A8D4-0D06B1F76BAF}"/>
              </a:ext>
            </a:extLst>
          </p:cNvPr>
          <p:cNvSpPr/>
          <p:nvPr userDrawn="1"/>
        </p:nvSpPr>
        <p:spPr>
          <a:xfrm>
            <a:off x="0" y="6059017"/>
            <a:ext cx="6515079" cy="796944"/>
          </a:xfrm>
          <a:custGeom>
            <a:avLst/>
            <a:gdLst>
              <a:gd name="connsiteX0" fmla="*/ 0 w 9402919"/>
              <a:gd name="connsiteY0" fmla="*/ 0 h 792866"/>
              <a:gd name="connsiteX1" fmla="*/ 9402919 w 9402919"/>
              <a:gd name="connsiteY1" fmla="*/ 0 h 792866"/>
              <a:gd name="connsiteX2" fmla="*/ 9402919 w 9402919"/>
              <a:gd name="connsiteY2" fmla="*/ 792866 h 792866"/>
              <a:gd name="connsiteX3" fmla="*/ 0 w 9402919"/>
              <a:gd name="connsiteY3" fmla="*/ 792866 h 792866"/>
              <a:gd name="connsiteX4" fmla="*/ 0 w 9402919"/>
              <a:gd name="connsiteY4" fmla="*/ 0 h 792866"/>
              <a:gd name="connsiteX0" fmla="*/ 0 w 9402919"/>
              <a:gd name="connsiteY0" fmla="*/ 0 h 792866"/>
              <a:gd name="connsiteX1" fmla="*/ 7817187 w 9402919"/>
              <a:gd name="connsiteY1" fmla="*/ 81023 h 792866"/>
              <a:gd name="connsiteX2" fmla="*/ 9402919 w 9402919"/>
              <a:gd name="connsiteY2" fmla="*/ 792866 h 792866"/>
              <a:gd name="connsiteX3" fmla="*/ 0 w 9402919"/>
              <a:gd name="connsiteY3" fmla="*/ 792866 h 792866"/>
              <a:gd name="connsiteX4" fmla="*/ 0 w 9402919"/>
              <a:gd name="connsiteY4" fmla="*/ 0 h 792866"/>
              <a:gd name="connsiteX0" fmla="*/ 0 w 9402919"/>
              <a:gd name="connsiteY0" fmla="*/ 0 h 792866"/>
              <a:gd name="connsiteX1" fmla="*/ 8465370 w 9402919"/>
              <a:gd name="connsiteY1" fmla="*/ 11575 h 792866"/>
              <a:gd name="connsiteX2" fmla="*/ 9402919 w 9402919"/>
              <a:gd name="connsiteY2" fmla="*/ 792866 h 792866"/>
              <a:gd name="connsiteX3" fmla="*/ 0 w 9402919"/>
              <a:gd name="connsiteY3" fmla="*/ 792866 h 792866"/>
              <a:gd name="connsiteX4" fmla="*/ 0 w 9402919"/>
              <a:gd name="connsiteY4" fmla="*/ 0 h 792866"/>
              <a:gd name="connsiteX0" fmla="*/ 0 w 9904619"/>
              <a:gd name="connsiteY0" fmla="*/ 0 h 792866"/>
              <a:gd name="connsiteX1" fmla="*/ 8465370 w 9904619"/>
              <a:gd name="connsiteY1" fmla="*/ 11575 h 792866"/>
              <a:gd name="connsiteX2" fmla="*/ 9904619 w 9904619"/>
              <a:gd name="connsiteY2" fmla="*/ 792866 h 792866"/>
              <a:gd name="connsiteX3" fmla="*/ 0 w 9904619"/>
              <a:gd name="connsiteY3" fmla="*/ 792866 h 792866"/>
              <a:gd name="connsiteX4" fmla="*/ 0 w 9904619"/>
              <a:gd name="connsiteY4" fmla="*/ 0 h 792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4619" h="792866">
                <a:moveTo>
                  <a:pt x="0" y="0"/>
                </a:moveTo>
                <a:lnTo>
                  <a:pt x="8465370" y="11575"/>
                </a:lnTo>
                <a:lnTo>
                  <a:pt x="9904619" y="792866"/>
                </a:lnTo>
                <a:lnTo>
                  <a:pt x="0" y="792866"/>
                </a:lnTo>
                <a:lnTo>
                  <a:pt x="0" y="0"/>
                </a:lnTo>
                <a:close/>
              </a:path>
            </a:pathLst>
          </a:custGeom>
          <a:solidFill>
            <a:schemeClr val="bg1"/>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sp>
        <p:nvSpPr>
          <p:cNvPr id="8" name="Rechteck 2">
            <a:extLst>
              <a:ext uri="{FF2B5EF4-FFF2-40B4-BE49-F238E27FC236}">
                <a16:creationId xmlns:a16="http://schemas.microsoft.com/office/drawing/2014/main" id="{3039D7B6-6EBB-CC44-96B8-39998A44520A}"/>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pic>
        <p:nvPicPr>
          <p:cNvPr id="6" name="Bild 5" descr="SF_LOGO_®_4C.eps"/>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46199" y="6360606"/>
            <a:ext cx="2176631" cy="259954"/>
          </a:xfrm>
          <a:prstGeom prst="rect">
            <a:avLst/>
          </a:prstGeom>
        </p:spPr>
      </p:pic>
      <p:pic>
        <p:nvPicPr>
          <p:cNvPr id="9" name="Grafik 8" descr="Ein Bild, das Pfeil enthält.&#10;&#10;Automatisch generierte Beschreibung">
            <a:extLst>
              <a:ext uri="{FF2B5EF4-FFF2-40B4-BE49-F238E27FC236}">
                <a16:creationId xmlns:a16="http://schemas.microsoft.com/office/drawing/2014/main" id="{EBE322F2-C202-CF4E-9081-E412C68C455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sp>
        <p:nvSpPr>
          <p:cNvPr id="10" name="Titel 1">
            <a:extLst>
              <a:ext uri="{FF2B5EF4-FFF2-40B4-BE49-F238E27FC236}">
                <a16:creationId xmlns:a16="http://schemas.microsoft.com/office/drawing/2014/main" id="{7AA3268B-750B-1B41-86CC-EF5C482C990E}"/>
              </a:ext>
            </a:extLst>
          </p:cNvPr>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2" name="Grafik 1" descr="Ein Bild, das Schwarz, Dunkelheit enthält.&#10;&#10;Automatisch generierte Beschreibung">
            <a:extLst>
              <a:ext uri="{FF2B5EF4-FFF2-40B4-BE49-F238E27FC236}">
                <a16:creationId xmlns:a16="http://schemas.microsoft.com/office/drawing/2014/main" id="{6653A77C-CA58-6595-FA8A-69ABEE261B26}"/>
              </a:ext>
            </a:extLst>
          </p:cNvPr>
          <p:cNvPicPr>
            <a:picLocks noChangeAspect="1"/>
          </p:cNvPicPr>
          <p:nvPr userDrawn="1"/>
        </p:nvPicPr>
        <p:blipFill>
          <a:blip r:embed="rId5"/>
          <a:stretch>
            <a:fillRect/>
          </a:stretch>
        </p:blipFill>
        <p:spPr>
          <a:xfrm>
            <a:off x="3430183" y="6209008"/>
            <a:ext cx="1968296" cy="563149"/>
          </a:xfrm>
          <a:prstGeom prst="rect">
            <a:avLst/>
          </a:prstGeom>
        </p:spPr>
      </p:pic>
    </p:spTree>
    <p:extLst>
      <p:ext uri="{BB962C8B-B14F-4D97-AF65-F5344CB8AC3E}">
        <p14:creationId xmlns:p14="http://schemas.microsoft.com/office/powerpoint/2010/main" val="3885638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08013" y="1520825"/>
            <a:ext cx="10979150" cy="4321175"/>
          </a:xfrm>
          <a:prstGeom prst="rect">
            <a:avLst/>
          </a:prstGeom>
        </p:spPr>
        <p:txBody>
          <a:bodyPr/>
          <a:lstStyle>
            <a:lvl2pPr>
              <a:defRPr sz="1600"/>
            </a:lvl2pPr>
            <a:lvl3pPr>
              <a:defRPr sz="1400"/>
            </a:lvl3pPr>
            <a:lvl4pPr>
              <a:defRPr sz="1200"/>
            </a:lvl4pPr>
            <a:lvl5pPr>
              <a:defRPr sz="11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el 1">
            <a:extLst>
              <a:ext uri="{FF2B5EF4-FFF2-40B4-BE49-F238E27FC236}">
                <a16:creationId xmlns:a16="http://schemas.microsoft.com/office/drawing/2014/main" id="{575570F9-1547-5242-A3BE-53DCEFD33986}"/>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12075812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4" name="Textplatzhalter 3">
            <a:extLst>
              <a:ext uri="{FF2B5EF4-FFF2-40B4-BE49-F238E27FC236}">
                <a16:creationId xmlns:a16="http://schemas.microsoft.com/office/drawing/2014/main" id="{0427E8A4-724B-C142-9FC7-439E0DBAFE89}"/>
              </a:ext>
            </a:extLst>
          </p:cNvPr>
          <p:cNvSpPr>
            <a:spLocks noGrp="1"/>
          </p:cNvSpPr>
          <p:nvPr>
            <p:ph type="body" sz="quarter" idx="10"/>
          </p:nvPr>
        </p:nvSpPr>
        <p:spPr>
          <a:xfrm>
            <a:off x="608014" y="1520826"/>
            <a:ext cx="562026" cy="4321174"/>
          </a:xfrm>
          <a:prstGeom prst="rect">
            <a:avLst/>
          </a:prstGeom>
        </p:spPr>
        <p:txBody>
          <a:bodyPr/>
          <a:lstStyle>
            <a:lvl1pPr>
              <a:lnSpc>
                <a:spcPct val="150000"/>
              </a:lnSpc>
              <a:defRPr sz="2000">
                <a:solidFill>
                  <a:schemeClr val="tx2"/>
                </a:solidFill>
              </a:defRPr>
            </a:lvl1pPr>
            <a:lvl2pPr>
              <a:lnSpc>
                <a:spcPct val="150000"/>
              </a:lnSpc>
              <a:defRPr sz="2000">
                <a:solidFill>
                  <a:schemeClr val="tx2"/>
                </a:solidFill>
              </a:defRPr>
            </a:lvl2pPr>
            <a:lvl3pPr>
              <a:lnSpc>
                <a:spcPct val="150000"/>
              </a:lnSpc>
              <a:defRPr sz="2000">
                <a:solidFill>
                  <a:schemeClr val="tx2"/>
                </a:solidFill>
              </a:defRPr>
            </a:lvl3pPr>
            <a:lvl4pPr>
              <a:lnSpc>
                <a:spcPct val="150000"/>
              </a:lnSpc>
              <a:defRPr sz="2000">
                <a:solidFill>
                  <a:schemeClr val="tx2"/>
                </a:solidFill>
              </a:defRPr>
            </a:lvl4pPr>
            <a:lvl5pPr>
              <a:lnSpc>
                <a:spcPct val="150000"/>
              </a:lnSpc>
              <a:defRPr sz="2000">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extplatzhalter 5">
            <a:extLst>
              <a:ext uri="{FF2B5EF4-FFF2-40B4-BE49-F238E27FC236}">
                <a16:creationId xmlns:a16="http://schemas.microsoft.com/office/drawing/2014/main" id="{84E10E12-B593-4D4E-AD2F-D6DCDB6B73C9}"/>
              </a:ext>
            </a:extLst>
          </p:cNvPr>
          <p:cNvSpPr>
            <a:spLocks noGrp="1"/>
          </p:cNvSpPr>
          <p:nvPr>
            <p:ph type="body" sz="quarter" idx="11"/>
          </p:nvPr>
        </p:nvSpPr>
        <p:spPr>
          <a:xfrm>
            <a:off x="1307690" y="1520826"/>
            <a:ext cx="10279473" cy="4321174"/>
          </a:xfrm>
          <a:prstGeom prst="rect">
            <a:avLst/>
          </a:prstGeom>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973514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el, le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26620056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ideo Vollfläche">
    <p:spTree>
      <p:nvGrpSpPr>
        <p:cNvPr id="1" name=""/>
        <p:cNvGrpSpPr/>
        <p:nvPr/>
      </p:nvGrpSpPr>
      <p:grpSpPr>
        <a:xfrm>
          <a:off x="0" y="0"/>
          <a:ext cx="0" cy="0"/>
          <a:chOff x="0" y="0"/>
          <a:chExt cx="0" cy="0"/>
        </a:xfrm>
      </p:grpSpPr>
      <p:sp>
        <p:nvSpPr>
          <p:cNvPr id="4" name="Medienplatzhalter 3">
            <a:extLst>
              <a:ext uri="{FF2B5EF4-FFF2-40B4-BE49-F238E27FC236}">
                <a16:creationId xmlns:a16="http://schemas.microsoft.com/office/drawing/2014/main" id="{9BA67165-0A5A-AE4C-95D9-D99246F57EF5}"/>
              </a:ext>
            </a:extLst>
          </p:cNvPr>
          <p:cNvSpPr>
            <a:spLocks noGrp="1"/>
          </p:cNvSpPr>
          <p:nvPr>
            <p:ph type="media" sz="quarter" idx="10"/>
          </p:nvPr>
        </p:nvSpPr>
        <p:spPr>
          <a:xfrm>
            <a:off x="-147638" y="-187325"/>
            <a:ext cx="12506326" cy="7246938"/>
          </a:xfrm>
          <a:prstGeom prst="rect">
            <a:avLst/>
          </a:prstGeom>
        </p:spPr>
        <p:txBody>
          <a:bodyPr/>
          <a:lstStyle/>
          <a:p>
            <a:endParaRPr lang="de-DE"/>
          </a:p>
        </p:txBody>
      </p:sp>
      <p:sp>
        <p:nvSpPr>
          <p:cNvPr id="3" name="Titel 1">
            <a:extLst>
              <a:ext uri="{FF2B5EF4-FFF2-40B4-BE49-F238E27FC236}">
                <a16:creationId xmlns:a16="http://schemas.microsoft.com/office/drawing/2014/main" id="{9A862949-0F84-E141-8032-AA23D4ED4984}"/>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32672984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ild Vollfläche">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3B72C265-2384-1047-B247-BED4E5DD8811}"/>
              </a:ext>
            </a:extLst>
          </p:cNvPr>
          <p:cNvSpPr>
            <a:spLocks noGrp="1"/>
          </p:cNvSpPr>
          <p:nvPr>
            <p:ph type="pic" sz="quarter" idx="10"/>
          </p:nvPr>
        </p:nvSpPr>
        <p:spPr>
          <a:xfrm>
            <a:off x="-196850" y="-314325"/>
            <a:ext cx="12585700" cy="7354888"/>
          </a:xfrm>
          <a:prstGeom prst="rect">
            <a:avLst/>
          </a:prstGeom>
        </p:spPr>
        <p:txBody>
          <a:bodyPr/>
          <a:lstStyle/>
          <a:p>
            <a:endParaRPr lang="de-DE"/>
          </a:p>
        </p:txBody>
      </p:sp>
      <p:sp>
        <p:nvSpPr>
          <p:cNvPr id="4" name="Titel 1">
            <a:extLst>
              <a:ext uri="{FF2B5EF4-FFF2-40B4-BE49-F238E27FC236}">
                <a16:creationId xmlns:a16="http://schemas.microsoft.com/office/drawing/2014/main" id="{32D034CD-831E-F54C-9182-631D66E0F442}"/>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126229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ild Vollfläche transparent">
    <p:bg>
      <p:bgRef idx="1001">
        <a:schemeClr val="bg1"/>
      </p:bgRef>
    </p:bg>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4DEA54DE-7E45-294C-9AFF-E577852AE665}"/>
              </a:ext>
            </a:extLst>
          </p:cNvPr>
          <p:cNvSpPr>
            <a:spLocks noGrp="1"/>
          </p:cNvSpPr>
          <p:nvPr>
            <p:ph type="pic" sz="quarter" idx="10"/>
          </p:nvPr>
        </p:nvSpPr>
        <p:spPr>
          <a:xfrm>
            <a:off x="-157163" y="-255588"/>
            <a:ext cx="12585701" cy="7305676"/>
          </a:xfrm>
          <a:prstGeom prst="rect">
            <a:avLst/>
          </a:prstGeom>
        </p:spPr>
        <p:txBody>
          <a:bodyPr/>
          <a:lstStyle/>
          <a:p>
            <a:endParaRPr lang="de-DE"/>
          </a:p>
        </p:txBody>
      </p:sp>
      <p:sp>
        <p:nvSpPr>
          <p:cNvPr id="2" name="Rechteck 1">
            <a:extLst>
              <a:ext uri="{FF2B5EF4-FFF2-40B4-BE49-F238E27FC236}">
                <a16:creationId xmlns:a16="http://schemas.microsoft.com/office/drawing/2014/main" id="{15E60F35-117E-2040-B119-3E3BF2FE558D}"/>
              </a:ext>
            </a:extLst>
          </p:cNvPr>
          <p:cNvSpPr/>
          <p:nvPr userDrawn="1"/>
        </p:nvSpPr>
        <p:spPr>
          <a:xfrm>
            <a:off x="0" y="0"/>
            <a:ext cx="12192000"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 name="Titel 1">
            <a:extLst>
              <a:ext uri="{FF2B5EF4-FFF2-40B4-BE49-F238E27FC236}">
                <a16:creationId xmlns:a16="http://schemas.microsoft.com/office/drawing/2014/main" id="{E1F7DD75-BFBF-464C-989F-12F6AD6CF917}"/>
              </a:ext>
            </a:extLst>
          </p:cNvPr>
          <p:cNvSpPr>
            <a:spLocks noGrp="1"/>
          </p:cNvSpPr>
          <p:nvPr>
            <p:ph type="title"/>
          </p:nvPr>
        </p:nvSpPr>
        <p:spPr>
          <a:xfrm>
            <a:off x="608013" y="2513377"/>
            <a:ext cx="8373617" cy="1039092"/>
          </a:xfrm>
        </p:spPr>
        <p:txBody>
          <a:bodyPr/>
          <a:lstStyle/>
          <a:p>
            <a:r>
              <a:rPr lang="de-DE"/>
              <a:t>Mastertitelformat bearbeiten</a:t>
            </a:r>
          </a:p>
        </p:txBody>
      </p:sp>
      <p:sp>
        <p:nvSpPr>
          <p:cNvPr id="7" name="Textplatzhalter 6">
            <a:extLst>
              <a:ext uri="{FF2B5EF4-FFF2-40B4-BE49-F238E27FC236}">
                <a16:creationId xmlns:a16="http://schemas.microsoft.com/office/drawing/2014/main" id="{0FF2C474-8B02-41CF-82F2-E2EA2EB7DB0C}"/>
              </a:ext>
            </a:extLst>
          </p:cNvPr>
          <p:cNvSpPr>
            <a:spLocks noGrp="1"/>
          </p:cNvSpPr>
          <p:nvPr>
            <p:ph type="body" sz="quarter" idx="11" hasCustomPrompt="1"/>
          </p:nvPr>
        </p:nvSpPr>
        <p:spPr>
          <a:xfrm>
            <a:off x="1156531" y="4492499"/>
            <a:ext cx="3470275" cy="1968122"/>
          </a:xfrm>
          <a:prstGeom prst="rect">
            <a:avLst/>
          </a:prstGeom>
        </p:spPr>
        <p:txBody>
          <a:bodyPr/>
          <a:lstStyle>
            <a:lvl1pPr>
              <a:defRPr/>
            </a:lvl1pPr>
          </a:lstStyle>
          <a:p>
            <a:pPr algn="ctr"/>
            <a:r>
              <a:rPr lang="de-DE"/>
              <a:t>Das gewünschte Bild über den Platzhalter einfügen. Bild markieren, Transparenz über Bildformat -&gt; Transparenz auf 65 % stellen. Bitte nur die vorgegebene Überschrift („Titel hinzufügen“) verwenden, diese Box löschen.</a:t>
            </a:r>
          </a:p>
          <a:p>
            <a:pPr lvl="4"/>
            <a:endParaRPr lang="de-DE"/>
          </a:p>
        </p:txBody>
      </p:sp>
    </p:spTree>
    <p:extLst>
      <p:ext uri="{BB962C8B-B14F-4D97-AF65-F5344CB8AC3E}">
        <p14:creationId xmlns:p14="http://schemas.microsoft.com/office/powerpoint/2010/main" val="2142120320"/>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el, Zwischenüberschrift, Inhalt">
    <p:spTree>
      <p:nvGrpSpPr>
        <p:cNvPr id="1" name=""/>
        <p:cNvGrpSpPr/>
        <p:nvPr/>
      </p:nvGrpSpPr>
      <p:grpSpPr>
        <a:xfrm>
          <a:off x="0" y="0"/>
          <a:ext cx="0" cy="0"/>
          <a:chOff x="0" y="0"/>
          <a:chExt cx="0" cy="0"/>
        </a:xfrm>
      </p:grpSpPr>
      <p:sp>
        <p:nvSpPr>
          <p:cNvPr id="9" name="Inhaltsplatzhalter 2"/>
          <p:cNvSpPr>
            <a:spLocks noGrp="1"/>
          </p:cNvSpPr>
          <p:nvPr>
            <p:ph idx="1"/>
          </p:nvPr>
        </p:nvSpPr>
        <p:spPr>
          <a:xfrm>
            <a:off x="608013" y="1855255"/>
            <a:ext cx="10979150" cy="3986745"/>
          </a:xfrm>
          <a:prstGeom prst="rect">
            <a:avLst/>
          </a:prstGeom>
        </p:spPr>
        <p:txBody>
          <a:bodyPr/>
          <a:lstStyle>
            <a:lvl2pPr>
              <a:defRPr sz="1600"/>
            </a:lvl2pPr>
            <a:lvl3pPr>
              <a:defRPr sz="1400"/>
            </a:lvl3pPr>
            <a:lvl4pPr>
              <a:defRPr sz="1200"/>
            </a:lvl4pPr>
            <a:lvl5pPr>
              <a:defRPr sz="11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2"/>
          <p:cNvSpPr>
            <a:spLocks noGrp="1"/>
          </p:cNvSpPr>
          <p:nvPr>
            <p:ph type="body" idx="13"/>
          </p:nvPr>
        </p:nvSpPr>
        <p:spPr>
          <a:xfrm>
            <a:off x="609599" y="1520825"/>
            <a:ext cx="10977563" cy="334430"/>
          </a:xfrm>
          <a:prstGeom prst="rect">
            <a:avLst/>
          </a:prstGeo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5" name="Titel 1">
            <a:extLst>
              <a:ext uri="{FF2B5EF4-FFF2-40B4-BE49-F238E27FC236}">
                <a16:creationId xmlns:a16="http://schemas.microsoft.com/office/drawing/2014/main" id="{46CF3068-F347-3544-9F9B-4C3449561DAD}"/>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39240982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itel,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4"/>
            <a:ext cx="5410200" cy="4321175"/>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520826"/>
            <a:ext cx="5410200" cy="4321174"/>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120401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 zwei Inhalte, zwei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5"/>
            <a:ext cx="5410200" cy="1205122"/>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520825"/>
            <a:ext cx="5410200" cy="1205122"/>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Bildplatzhalter 5">
            <a:extLst>
              <a:ext uri="{FF2B5EF4-FFF2-40B4-BE49-F238E27FC236}">
                <a16:creationId xmlns:a16="http://schemas.microsoft.com/office/drawing/2014/main" id="{AD73CD91-0BC1-C04A-A752-31B525E73BEF}"/>
              </a:ext>
            </a:extLst>
          </p:cNvPr>
          <p:cNvSpPr>
            <a:spLocks noGrp="1"/>
          </p:cNvSpPr>
          <p:nvPr>
            <p:ph type="pic" sz="quarter" idx="10"/>
          </p:nvPr>
        </p:nvSpPr>
        <p:spPr>
          <a:xfrm>
            <a:off x="608013" y="2803525"/>
            <a:ext cx="5411787" cy="3038475"/>
          </a:xfrm>
          <a:prstGeom prst="rect">
            <a:avLst/>
          </a:prstGeom>
        </p:spPr>
        <p:txBody>
          <a:bodyPr/>
          <a:lstStyle/>
          <a:p>
            <a:endParaRPr lang="de-DE"/>
          </a:p>
        </p:txBody>
      </p:sp>
      <p:sp>
        <p:nvSpPr>
          <p:cNvPr id="7" name="Bildplatzhalter 5">
            <a:extLst>
              <a:ext uri="{FF2B5EF4-FFF2-40B4-BE49-F238E27FC236}">
                <a16:creationId xmlns:a16="http://schemas.microsoft.com/office/drawing/2014/main" id="{CCE80233-1609-7E49-9157-D326B9449999}"/>
              </a:ext>
            </a:extLst>
          </p:cNvPr>
          <p:cNvSpPr>
            <a:spLocks noGrp="1"/>
          </p:cNvSpPr>
          <p:nvPr>
            <p:ph type="pic" sz="quarter" idx="11"/>
          </p:nvPr>
        </p:nvSpPr>
        <p:spPr>
          <a:xfrm>
            <a:off x="6172200" y="2801039"/>
            <a:ext cx="5411787" cy="3038475"/>
          </a:xfrm>
          <a:prstGeom prst="rect">
            <a:avLst/>
          </a:prstGeom>
        </p:spPr>
        <p:txBody>
          <a:bodyPr/>
          <a:lstStyle/>
          <a:p>
            <a:endParaRPr lang="de-DE"/>
          </a:p>
        </p:txBody>
      </p:sp>
    </p:spTree>
    <p:extLst>
      <p:ext uri="{BB962C8B-B14F-4D97-AF65-F5344CB8AC3E}">
        <p14:creationId xmlns:p14="http://schemas.microsoft.com/office/powerpoint/2010/main" val="34601230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Titel, zwei Zwischenüberschriften,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Mastertitelformat bearbeiten</a:t>
            </a:r>
          </a:p>
        </p:txBody>
      </p:sp>
      <p:sp>
        <p:nvSpPr>
          <p:cNvPr id="3" name="Textplatzhalter 2"/>
          <p:cNvSpPr>
            <a:spLocks noGrp="1"/>
          </p:cNvSpPr>
          <p:nvPr>
            <p:ph type="body" idx="1"/>
          </p:nvPr>
        </p:nvSpPr>
        <p:spPr>
          <a:xfrm>
            <a:off x="609600" y="1530893"/>
            <a:ext cx="5386388" cy="324362"/>
          </a:xfrm>
          <a:prstGeom prst="rect">
            <a:avLst/>
          </a:prstGeo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609600" y="1855255"/>
            <a:ext cx="5386388" cy="3986745"/>
          </a:xfrm>
          <a:prstGeom prst="rect">
            <a:avLst/>
          </a:prstGeom>
        </p:spPr>
        <p:txBody>
          <a:bodyPr>
            <a:normAutofit/>
          </a:bodyPr>
          <a:lstStyle>
            <a:lvl1pPr>
              <a:defRPr sz="1700">
                <a:solidFill>
                  <a:srgbClr val="706F6F"/>
                </a:solidFill>
              </a:defRPr>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92838" y="1530893"/>
            <a:ext cx="5389562" cy="324362"/>
          </a:xfrm>
          <a:prstGeom prst="rect">
            <a:avLst/>
          </a:prstGeo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6192838" y="1855256"/>
            <a:ext cx="5389562" cy="3986744"/>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9952531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el, zwei Zwischenüberschriften, zwei Inhalte, zwei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Mastertitelformat bearbeiten</a:t>
            </a:r>
          </a:p>
        </p:txBody>
      </p:sp>
      <p:sp>
        <p:nvSpPr>
          <p:cNvPr id="3" name="Textplatzhalter 2"/>
          <p:cNvSpPr>
            <a:spLocks noGrp="1"/>
          </p:cNvSpPr>
          <p:nvPr>
            <p:ph type="body" idx="1"/>
          </p:nvPr>
        </p:nvSpPr>
        <p:spPr>
          <a:xfrm>
            <a:off x="609600" y="1530893"/>
            <a:ext cx="5386388" cy="324362"/>
          </a:xfrm>
          <a:prstGeom prst="rect">
            <a:avLst/>
          </a:prstGeo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609600" y="1855256"/>
            <a:ext cx="5386388" cy="1448662"/>
          </a:xfrm>
          <a:prstGeom prst="rect">
            <a:avLst/>
          </a:prstGeom>
        </p:spPr>
        <p:txBody>
          <a:bodyPr>
            <a:normAutofit/>
          </a:bodyPr>
          <a:lstStyle>
            <a:lvl1pPr>
              <a:defRPr sz="1700">
                <a:solidFill>
                  <a:srgbClr val="706F6F"/>
                </a:solidFill>
              </a:defRPr>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92838" y="1530893"/>
            <a:ext cx="5389562" cy="324362"/>
          </a:xfrm>
          <a:prstGeom prst="rect">
            <a:avLst/>
          </a:prstGeo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6192838" y="1855256"/>
            <a:ext cx="5389562" cy="1448662"/>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Bildplatzhalter 5">
            <a:extLst>
              <a:ext uri="{FF2B5EF4-FFF2-40B4-BE49-F238E27FC236}">
                <a16:creationId xmlns:a16="http://schemas.microsoft.com/office/drawing/2014/main" id="{6491D70F-E888-4045-868A-9A934BA5D9A7}"/>
              </a:ext>
            </a:extLst>
          </p:cNvPr>
          <p:cNvSpPr>
            <a:spLocks noGrp="1"/>
          </p:cNvSpPr>
          <p:nvPr>
            <p:ph type="pic" sz="quarter" idx="10"/>
          </p:nvPr>
        </p:nvSpPr>
        <p:spPr>
          <a:xfrm>
            <a:off x="608013" y="3303918"/>
            <a:ext cx="5391149" cy="2538081"/>
          </a:xfrm>
          <a:prstGeom prst="rect">
            <a:avLst/>
          </a:prstGeom>
        </p:spPr>
        <p:txBody>
          <a:bodyPr/>
          <a:lstStyle/>
          <a:p>
            <a:endParaRPr lang="de-DE"/>
          </a:p>
        </p:txBody>
      </p:sp>
      <p:sp>
        <p:nvSpPr>
          <p:cNvPr id="8" name="Bildplatzhalter 5">
            <a:extLst>
              <a:ext uri="{FF2B5EF4-FFF2-40B4-BE49-F238E27FC236}">
                <a16:creationId xmlns:a16="http://schemas.microsoft.com/office/drawing/2014/main" id="{5D14193D-5D40-264C-A68B-F249B26F8F52}"/>
              </a:ext>
            </a:extLst>
          </p:cNvPr>
          <p:cNvSpPr>
            <a:spLocks noGrp="1"/>
          </p:cNvSpPr>
          <p:nvPr>
            <p:ph type="pic" sz="quarter" idx="11"/>
          </p:nvPr>
        </p:nvSpPr>
        <p:spPr>
          <a:xfrm>
            <a:off x="6197601" y="3303918"/>
            <a:ext cx="5384799" cy="2538082"/>
          </a:xfrm>
          <a:prstGeom prst="rect">
            <a:avLst/>
          </a:prstGeom>
        </p:spPr>
        <p:txBody>
          <a:bodyPr/>
          <a:lstStyle/>
          <a:p>
            <a:endParaRPr lang="de-DE"/>
          </a:p>
        </p:txBody>
      </p:sp>
    </p:spTree>
    <p:extLst>
      <p:ext uri="{BB962C8B-B14F-4D97-AF65-F5344CB8AC3E}">
        <p14:creationId xmlns:p14="http://schemas.microsoft.com/office/powerpoint/2010/main" val="34003380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el, 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4"/>
            <a:ext cx="3571337" cy="4321176"/>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10331" y="1520824"/>
            <a:ext cx="3571337" cy="4321176"/>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3">
            <a:extLst>
              <a:ext uri="{FF2B5EF4-FFF2-40B4-BE49-F238E27FC236}">
                <a16:creationId xmlns:a16="http://schemas.microsoft.com/office/drawing/2014/main" id="{FFAE8A9E-ED85-DB4D-87FB-03F3ACC9F281}"/>
              </a:ext>
            </a:extLst>
          </p:cNvPr>
          <p:cNvSpPr>
            <a:spLocks noGrp="1"/>
          </p:cNvSpPr>
          <p:nvPr>
            <p:ph sz="half" idx="10"/>
          </p:nvPr>
        </p:nvSpPr>
        <p:spPr>
          <a:xfrm>
            <a:off x="8011063" y="1520824"/>
            <a:ext cx="3571337" cy="4321176"/>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819368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el, drei Zwischenüberschriften, 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841477"/>
            <a:ext cx="3571337" cy="4000523"/>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extplatzhalter 2">
            <a:extLst>
              <a:ext uri="{FF2B5EF4-FFF2-40B4-BE49-F238E27FC236}">
                <a16:creationId xmlns:a16="http://schemas.microsoft.com/office/drawing/2014/main" id="{82D0E903-7614-A140-B92F-52362A32047D}"/>
              </a:ext>
            </a:extLst>
          </p:cNvPr>
          <p:cNvSpPr>
            <a:spLocks noGrp="1"/>
          </p:cNvSpPr>
          <p:nvPr>
            <p:ph type="body" idx="11"/>
          </p:nvPr>
        </p:nvSpPr>
        <p:spPr>
          <a:xfrm>
            <a:off x="609600" y="1520825"/>
            <a:ext cx="3571336" cy="334430"/>
          </a:xfrm>
          <a:prstGeom prst="rect">
            <a:avLst/>
          </a:prstGeo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9" name="Inhaltsplatzhalter 2">
            <a:extLst>
              <a:ext uri="{FF2B5EF4-FFF2-40B4-BE49-F238E27FC236}">
                <a16:creationId xmlns:a16="http://schemas.microsoft.com/office/drawing/2014/main" id="{8B47C00C-BFF4-4BD6-B6A4-82489757A7C5}"/>
              </a:ext>
            </a:extLst>
          </p:cNvPr>
          <p:cNvSpPr>
            <a:spLocks noGrp="1"/>
          </p:cNvSpPr>
          <p:nvPr>
            <p:ph sz="half" idx="12"/>
          </p:nvPr>
        </p:nvSpPr>
        <p:spPr>
          <a:xfrm>
            <a:off x="8011063" y="1831409"/>
            <a:ext cx="3571337" cy="4010591"/>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2">
            <a:extLst>
              <a:ext uri="{FF2B5EF4-FFF2-40B4-BE49-F238E27FC236}">
                <a16:creationId xmlns:a16="http://schemas.microsoft.com/office/drawing/2014/main" id="{94F6C2CB-1D01-4FCA-9749-F27FA0BD4D89}"/>
              </a:ext>
            </a:extLst>
          </p:cNvPr>
          <p:cNvSpPr>
            <a:spLocks noGrp="1"/>
          </p:cNvSpPr>
          <p:nvPr>
            <p:ph type="body" idx="13"/>
          </p:nvPr>
        </p:nvSpPr>
        <p:spPr>
          <a:xfrm>
            <a:off x="8011063" y="1520825"/>
            <a:ext cx="3571336" cy="324362"/>
          </a:xfrm>
          <a:prstGeom prst="rect">
            <a:avLst/>
          </a:prstGeo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1" name="Inhaltsplatzhalter 2">
            <a:extLst>
              <a:ext uri="{FF2B5EF4-FFF2-40B4-BE49-F238E27FC236}">
                <a16:creationId xmlns:a16="http://schemas.microsoft.com/office/drawing/2014/main" id="{89BA9899-8531-4F70-AD2C-B9B45E1F981E}"/>
              </a:ext>
            </a:extLst>
          </p:cNvPr>
          <p:cNvSpPr>
            <a:spLocks noGrp="1"/>
          </p:cNvSpPr>
          <p:nvPr>
            <p:ph sz="half" idx="14"/>
          </p:nvPr>
        </p:nvSpPr>
        <p:spPr>
          <a:xfrm>
            <a:off x="4310331" y="1831409"/>
            <a:ext cx="3571337" cy="4010591"/>
          </a:xfrm>
          <a:prstGeom prst="rect">
            <a:avLst/>
          </a:prstGeo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2">
            <a:extLst>
              <a:ext uri="{FF2B5EF4-FFF2-40B4-BE49-F238E27FC236}">
                <a16:creationId xmlns:a16="http://schemas.microsoft.com/office/drawing/2014/main" id="{3CA51ED2-ABDA-4C93-A262-E3E7B17C64C4}"/>
              </a:ext>
            </a:extLst>
          </p:cNvPr>
          <p:cNvSpPr>
            <a:spLocks noGrp="1"/>
          </p:cNvSpPr>
          <p:nvPr>
            <p:ph type="body" idx="15"/>
          </p:nvPr>
        </p:nvSpPr>
        <p:spPr>
          <a:xfrm>
            <a:off x="4310331" y="1520825"/>
            <a:ext cx="3571336" cy="324362"/>
          </a:xfrm>
          <a:prstGeom prst="rect">
            <a:avLst/>
          </a:prstGeo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Tree>
    <p:extLst>
      <p:ext uri="{BB962C8B-B14F-4D97-AF65-F5344CB8AC3E}">
        <p14:creationId xmlns:p14="http://schemas.microsoft.com/office/powerpoint/2010/main" val="12580246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ld mit Beschriftung">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585788" y="1520825"/>
            <a:ext cx="7827962" cy="431506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640763" y="1520826"/>
            <a:ext cx="2946400" cy="4315064"/>
          </a:xfrm>
          <a:prstGeom prst="rect">
            <a:avLst/>
          </a:prstGeo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itel 1">
            <a:extLst>
              <a:ext uri="{FF2B5EF4-FFF2-40B4-BE49-F238E27FC236}">
                <a16:creationId xmlns:a16="http://schemas.microsoft.com/office/drawing/2014/main" id="{D041A20A-43F5-C94E-9CA6-0C1F8A5BF50B}"/>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9258873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platzhalter 11"/>
          <p:cNvSpPr>
            <a:spLocks noGrp="1"/>
          </p:cNvSpPr>
          <p:nvPr>
            <p:ph type="body" sz="quarter" idx="15" hasCustomPrompt="1"/>
          </p:nvPr>
        </p:nvSpPr>
        <p:spPr>
          <a:xfrm>
            <a:off x="3032037" y="3016051"/>
            <a:ext cx="8236207" cy="531466"/>
          </a:xfrm>
          <a:prstGeom prst="rect">
            <a:avLst/>
          </a:prstGeom>
        </p:spPr>
        <p:txBody>
          <a:bodyPr>
            <a:normAutofit/>
          </a:bodyPr>
          <a:lstStyle>
            <a:lvl1pPr marL="0" indent="0">
              <a:buFont typeface="Arial" panose="020B0604020202020204" pitchFamily="34" charset="0"/>
              <a:buNone/>
              <a:defRPr lang="de-DE" sz="2400" b="1" i="1" spc="90" baseline="0" dirty="0" smtClean="0">
                <a:solidFill>
                  <a:schemeClr val="accent1"/>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Name</a:t>
            </a:r>
          </a:p>
        </p:txBody>
      </p:sp>
      <p:sp>
        <p:nvSpPr>
          <p:cNvPr id="4" name="Textplatzhalter 11"/>
          <p:cNvSpPr>
            <a:spLocks noGrp="1"/>
          </p:cNvSpPr>
          <p:nvPr>
            <p:ph type="body" sz="quarter" idx="16" hasCustomPrompt="1"/>
          </p:nvPr>
        </p:nvSpPr>
        <p:spPr>
          <a:xfrm>
            <a:off x="3032036" y="5208557"/>
            <a:ext cx="8236207" cy="508178"/>
          </a:xfrm>
          <a:prstGeom prst="rect">
            <a:avLst/>
          </a:prstGeom>
        </p:spPr>
        <p:txBody>
          <a:bodyPr>
            <a:normAutofit/>
          </a:bodyPr>
          <a:lstStyle>
            <a:lvl1pPr marL="0" indent="0">
              <a:buFont typeface="Arial" panose="020B0604020202020204" pitchFamily="34" charset="0"/>
              <a:buNone/>
              <a:defRPr lang="de-DE" sz="1800" i="1" spc="90" baseline="0" dirty="0" smtClean="0">
                <a:solidFill>
                  <a:schemeClr val="accent2"/>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mail@smartfactory.de</a:t>
            </a:r>
          </a:p>
        </p:txBody>
      </p:sp>
      <p:sp>
        <p:nvSpPr>
          <p:cNvPr id="5" name="Textplatzhalter 11"/>
          <p:cNvSpPr>
            <a:spLocks noGrp="1"/>
          </p:cNvSpPr>
          <p:nvPr>
            <p:ph type="body" sz="quarter" idx="17" hasCustomPrompt="1"/>
          </p:nvPr>
        </p:nvSpPr>
        <p:spPr>
          <a:xfrm>
            <a:off x="3032036" y="3387097"/>
            <a:ext cx="8236207" cy="408215"/>
          </a:xfrm>
          <a:prstGeom prst="rect">
            <a:avLst/>
          </a:prstGeom>
        </p:spPr>
        <p:txBody>
          <a:bodyPr>
            <a:normAutofit/>
          </a:bodyPr>
          <a:lstStyle>
            <a:lvl1pPr marL="0" indent="0" algn="l">
              <a:lnSpc>
                <a:spcPct val="100000"/>
              </a:lnSpc>
              <a:spcBef>
                <a:spcPts val="0"/>
              </a:spcBef>
              <a:buFont typeface="Arial" panose="020B0604020202020204" pitchFamily="34" charset="0"/>
              <a:buNone/>
              <a:defRPr lang="de-DE" sz="1700" cap="all" spc="90" baseline="0" dirty="0" smtClean="0">
                <a:solidFill>
                  <a:schemeClr val="accent2"/>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FUNKTION / AUFGABE</a:t>
            </a:r>
          </a:p>
        </p:txBody>
      </p:sp>
      <p:sp>
        <p:nvSpPr>
          <p:cNvPr id="6" name="Bildplatzhalter 9"/>
          <p:cNvSpPr>
            <a:spLocks noGrp="1"/>
          </p:cNvSpPr>
          <p:nvPr>
            <p:ph type="pic" sz="quarter" idx="14"/>
          </p:nvPr>
        </p:nvSpPr>
        <p:spPr>
          <a:xfrm>
            <a:off x="585788" y="3075328"/>
            <a:ext cx="1864478" cy="2462384"/>
          </a:xfrm>
          <a:prstGeom prst="rect">
            <a:avLst/>
          </a:prstGeom>
          <a:ln w="3175">
            <a:solidFill>
              <a:schemeClr val="bg2">
                <a:lumMod val="90000"/>
              </a:schemeClr>
            </a:solidFill>
          </a:ln>
        </p:spPr>
        <p:txBody>
          <a:bodyPr>
            <a:normAutofit/>
          </a:bodyPr>
          <a:lstStyle>
            <a:lvl1pPr>
              <a:defRPr sz="1200"/>
            </a:lvl1pPr>
          </a:lstStyle>
          <a:p>
            <a:r>
              <a:rPr lang="de-DE"/>
              <a:t>Bild durch Klicken auf Symbol hinzufügen</a:t>
            </a:r>
          </a:p>
        </p:txBody>
      </p:sp>
      <p:sp>
        <p:nvSpPr>
          <p:cNvPr id="7" name="Rechteck 6"/>
          <p:cNvSpPr/>
          <p:nvPr userDrawn="1"/>
        </p:nvSpPr>
        <p:spPr>
          <a:xfrm>
            <a:off x="3020326" y="3885838"/>
            <a:ext cx="5393424" cy="923330"/>
          </a:xfrm>
          <a:prstGeom prst="rect">
            <a:avLst/>
          </a:prstGeom>
        </p:spPr>
        <p:txBody>
          <a:bodyPr wrap="square">
            <a:spAutoFit/>
          </a:bodyPr>
          <a:lstStyle/>
          <a:p>
            <a:pPr>
              <a:spcAft>
                <a:spcPts val="0"/>
              </a:spcAft>
            </a:pPr>
            <a:r>
              <a:rPr lang="de-DE" sz="1800" spc="90" baseline="0">
                <a:solidFill>
                  <a:schemeClr val="accent4"/>
                </a:solidFill>
                <a:latin typeface="Calibri" panose="020F0502020204030204" pitchFamily="34" charset="0"/>
                <a:cs typeface="Calibri" panose="020F0502020204030204" pitchFamily="34" charset="0"/>
              </a:rPr>
              <a:t>Technologie-Initiative </a:t>
            </a:r>
            <a:r>
              <a:rPr lang="de-DE" sz="1800" spc="90" baseline="0" err="1">
                <a:solidFill>
                  <a:schemeClr val="accent4"/>
                </a:solidFill>
                <a:latin typeface="Calibri" panose="020F0502020204030204" pitchFamily="34" charset="0"/>
                <a:cs typeface="Calibri" panose="020F0502020204030204" pitchFamily="34" charset="0"/>
              </a:rPr>
              <a:t>SmartFactory</a:t>
            </a:r>
            <a:r>
              <a:rPr lang="de-DE" sz="1800" spc="90" baseline="0">
                <a:solidFill>
                  <a:schemeClr val="accent4"/>
                </a:solidFill>
                <a:latin typeface="Calibri" panose="020F0502020204030204" pitchFamily="34" charset="0"/>
                <a:cs typeface="Calibri" panose="020F0502020204030204" pitchFamily="34" charset="0"/>
              </a:rPr>
              <a:t> KL e.</a:t>
            </a:r>
            <a:r>
              <a:rPr lang="de-DE" sz="1800" spc="-150" baseline="0">
                <a:solidFill>
                  <a:schemeClr val="accent4"/>
                </a:solidFill>
                <a:latin typeface="Calibri" panose="020F0502020204030204" pitchFamily="34" charset="0"/>
                <a:cs typeface="Calibri" panose="020F0502020204030204" pitchFamily="34" charset="0"/>
              </a:rPr>
              <a:t> </a:t>
            </a:r>
            <a:r>
              <a:rPr lang="de-DE" sz="1800" spc="90" baseline="0">
                <a:solidFill>
                  <a:schemeClr val="accent4"/>
                </a:solidFill>
                <a:latin typeface="Calibri" panose="020F0502020204030204" pitchFamily="34" charset="0"/>
                <a:cs typeface="Calibri" panose="020F0502020204030204" pitchFamily="34" charset="0"/>
              </a:rPr>
              <a:t>V. </a:t>
            </a:r>
          </a:p>
          <a:p>
            <a:pPr>
              <a:spcAft>
                <a:spcPts val="0"/>
              </a:spcAft>
            </a:pPr>
            <a:r>
              <a:rPr lang="de-DE" sz="1800" spc="90" baseline="0" err="1">
                <a:solidFill>
                  <a:schemeClr val="accent4"/>
                </a:solidFill>
                <a:latin typeface="Calibri" panose="020F0502020204030204" pitchFamily="34" charset="0"/>
                <a:cs typeface="Calibri" panose="020F0502020204030204" pitchFamily="34" charset="0"/>
              </a:rPr>
              <a:t>Trippstadter</a:t>
            </a:r>
            <a:r>
              <a:rPr lang="de-DE" sz="1800" spc="90" baseline="0">
                <a:solidFill>
                  <a:schemeClr val="accent4"/>
                </a:solidFill>
                <a:latin typeface="Calibri" panose="020F0502020204030204" pitchFamily="34" charset="0"/>
                <a:cs typeface="Calibri" panose="020F0502020204030204" pitchFamily="34" charset="0"/>
              </a:rPr>
              <a:t> Straße 122</a:t>
            </a:r>
          </a:p>
          <a:p>
            <a:pPr>
              <a:spcAft>
                <a:spcPts val="0"/>
              </a:spcAft>
            </a:pPr>
            <a:r>
              <a:rPr lang="de-DE" sz="1800" spc="90" baseline="0">
                <a:solidFill>
                  <a:schemeClr val="accent4"/>
                </a:solidFill>
                <a:latin typeface="Calibri" panose="020F0502020204030204" pitchFamily="34" charset="0"/>
                <a:cs typeface="Calibri" panose="020F0502020204030204" pitchFamily="34" charset="0"/>
              </a:rPr>
              <a:t>67663 Kaiserslautern</a:t>
            </a:r>
          </a:p>
        </p:txBody>
      </p:sp>
    </p:spTree>
    <p:extLst>
      <p:ext uri="{BB962C8B-B14F-4D97-AF65-F5344CB8AC3E}">
        <p14:creationId xmlns:p14="http://schemas.microsoft.com/office/powerpoint/2010/main" val="9004274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el: SF, DFKI, WSKL m. PL4">
    <p:spTree>
      <p:nvGrpSpPr>
        <p:cNvPr id="1" name=""/>
        <p:cNvGrpSpPr/>
        <p:nvPr/>
      </p:nvGrpSpPr>
      <p:grpSpPr>
        <a:xfrm>
          <a:off x="0" y="0"/>
          <a:ext cx="0" cy="0"/>
          <a:chOff x="0" y="0"/>
          <a:chExt cx="0" cy="0"/>
        </a:xfrm>
      </p:grpSpPr>
      <p:pic>
        <p:nvPicPr>
          <p:cNvPr id="21" name="Grafik 20" descr="Ein Bild, das drinnen, Decke, Küche, Tisch enthält.&#10;&#10;Automatisch generierte Beschreibung">
            <a:extLst>
              <a:ext uri="{FF2B5EF4-FFF2-40B4-BE49-F238E27FC236}">
                <a16:creationId xmlns:a16="http://schemas.microsoft.com/office/drawing/2014/main" id="{D2AFD9B1-3EBC-412F-85E9-A7086245F0A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
            <a:ext cx="12192000" cy="6858001"/>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6725653" y="-1"/>
            <a:ext cx="5466347" cy="2887579"/>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pic>
        <p:nvPicPr>
          <p:cNvPr id="12" name="Bild 11" descr="SF_LOGO_®_4C.eps"/>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26305" y="630108"/>
            <a:ext cx="2176631" cy="259954"/>
          </a:xfrm>
          <a:prstGeom prst="rect">
            <a:avLst/>
          </a:prstGeom>
        </p:spPr>
      </p:pic>
      <p:sp>
        <p:nvSpPr>
          <p:cNvPr id="2" name="Titel 1"/>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pic>
        <p:nvPicPr>
          <p:cNvPr id="5" name="Grafik 4" descr="Ein Bild, das Text enthält.&#10;&#10;Automatisch generierte Beschreibung">
            <a:extLst>
              <a:ext uri="{FF2B5EF4-FFF2-40B4-BE49-F238E27FC236}">
                <a16:creationId xmlns:a16="http://schemas.microsoft.com/office/drawing/2014/main" id="{C9AF9B46-D114-F6D0-70F0-B719A618009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25760" y="1435336"/>
            <a:ext cx="2196831" cy="780708"/>
          </a:xfrm>
          <a:prstGeom prst="rect">
            <a:avLst/>
          </a:prstGeom>
        </p:spPr>
      </p:pic>
      <p:pic>
        <p:nvPicPr>
          <p:cNvPr id="3" name="Grafik 2" descr="Ein Bild, das Schwarz, Dunkelheit enthält.&#10;&#10;Automatisch generierte Beschreibung">
            <a:extLst>
              <a:ext uri="{FF2B5EF4-FFF2-40B4-BE49-F238E27FC236}">
                <a16:creationId xmlns:a16="http://schemas.microsoft.com/office/drawing/2014/main" id="{E4063C59-45D0-E0E2-79F3-397C1A844632}"/>
              </a:ext>
            </a:extLst>
          </p:cNvPr>
          <p:cNvPicPr>
            <a:picLocks noChangeAspect="1"/>
          </p:cNvPicPr>
          <p:nvPr userDrawn="1"/>
        </p:nvPicPr>
        <p:blipFill>
          <a:blip r:embed="rId6"/>
          <a:stretch>
            <a:fillRect/>
          </a:stretch>
        </p:blipFill>
        <p:spPr>
          <a:xfrm>
            <a:off x="9808721" y="971541"/>
            <a:ext cx="1968296" cy="563149"/>
          </a:xfrm>
          <a:prstGeom prst="rect">
            <a:avLst/>
          </a:prstGeom>
        </p:spPr>
      </p:pic>
    </p:spTree>
    <p:extLst>
      <p:ext uri="{BB962C8B-B14F-4D97-AF65-F5344CB8AC3E}">
        <p14:creationId xmlns:p14="http://schemas.microsoft.com/office/powerpoint/2010/main" val="180340657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el: SF, DFKI, WSKL m. _KUBA">
    <p:spTree>
      <p:nvGrpSpPr>
        <p:cNvPr id="1" name=""/>
        <p:cNvGrpSpPr/>
        <p:nvPr/>
      </p:nvGrpSpPr>
      <p:grpSpPr>
        <a:xfrm>
          <a:off x="0" y="0"/>
          <a:ext cx="0" cy="0"/>
          <a:chOff x="0" y="0"/>
          <a:chExt cx="0" cy="0"/>
        </a:xfrm>
      </p:grpSpPr>
      <p:pic>
        <p:nvPicPr>
          <p:cNvPr id="6" name="Grafik 5" descr="Ein Bild, das Kleidung, Im Haus, Person, Schuhwerk enthält.&#10;&#10;Automatisch generierte Beschreibung">
            <a:extLst>
              <a:ext uri="{FF2B5EF4-FFF2-40B4-BE49-F238E27FC236}">
                <a16:creationId xmlns:a16="http://schemas.microsoft.com/office/drawing/2014/main" id="{F2E0EEE8-BED6-8E24-72F7-01A3FEBE625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077583"/>
            <a:ext cx="12192000" cy="8131968"/>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6725653" y="-1"/>
            <a:ext cx="5466347" cy="2887579"/>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sp>
        <p:nvSpPr>
          <p:cNvPr id="2" name="Titel 1"/>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pic>
        <p:nvPicPr>
          <p:cNvPr id="3" name="Bild 11" descr="SF_LOGO_®_4C.eps">
            <a:extLst>
              <a:ext uri="{FF2B5EF4-FFF2-40B4-BE49-F238E27FC236}">
                <a16:creationId xmlns:a16="http://schemas.microsoft.com/office/drawing/2014/main" id="{448C7739-7974-CFB7-F81E-32ECD2F5F7D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826305" y="630108"/>
            <a:ext cx="2176631" cy="259954"/>
          </a:xfrm>
          <a:prstGeom prst="rect">
            <a:avLst/>
          </a:prstGeom>
        </p:spPr>
      </p:pic>
      <p:pic>
        <p:nvPicPr>
          <p:cNvPr id="8" name="Grafik 7" descr="Ein Bild, das Text enthält.&#10;&#10;Automatisch generierte Beschreibung">
            <a:extLst>
              <a:ext uri="{FF2B5EF4-FFF2-40B4-BE49-F238E27FC236}">
                <a16:creationId xmlns:a16="http://schemas.microsoft.com/office/drawing/2014/main" id="{B635C267-C8C6-72C5-3FFE-EC0D6E5B3DF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25760" y="1435336"/>
            <a:ext cx="2196831" cy="780708"/>
          </a:xfrm>
          <a:prstGeom prst="rect">
            <a:avLst/>
          </a:prstGeom>
        </p:spPr>
      </p:pic>
      <p:pic>
        <p:nvPicPr>
          <p:cNvPr id="11" name="Grafik 10" descr="Ein Bild, das Schwarz, Dunkelheit enthält.&#10;&#10;Automatisch generierte Beschreibung">
            <a:extLst>
              <a:ext uri="{FF2B5EF4-FFF2-40B4-BE49-F238E27FC236}">
                <a16:creationId xmlns:a16="http://schemas.microsoft.com/office/drawing/2014/main" id="{B7ACAD85-C290-65F2-9CE2-98C5F5FB9100}"/>
              </a:ext>
            </a:extLst>
          </p:cNvPr>
          <p:cNvPicPr>
            <a:picLocks noChangeAspect="1"/>
          </p:cNvPicPr>
          <p:nvPr userDrawn="1"/>
        </p:nvPicPr>
        <p:blipFill>
          <a:blip r:embed="rId6"/>
          <a:stretch>
            <a:fillRect/>
          </a:stretch>
        </p:blipFill>
        <p:spPr>
          <a:xfrm>
            <a:off x="9808721" y="971541"/>
            <a:ext cx="1968296" cy="563149"/>
          </a:xfrm>
          <a:prstGeom prst="rect">
            <a:avLst/>
          </a:prstGeom>
        </p:spPr>
      </p:pic>
    </p:spTree>
    <p:extLst>
      <p:ext uri="{BB962C8B-B14F-4D97-AF65-F5344CB8AC3E}">
        <p14:creationId xmlns:p14="http://schemas.microsoft.com/office/powerpoint/2010/main" val="4062742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el: SF, DFKI, WSKL Alternative">
    <p:spTree>
      <p:nvGrpSpPr>
        <p:cNvPr id="1" name=""/>
        <p:cNvGrpSpPr/>
        <p:nvPr/>
      </p:nvGrpSpPr>
      <p:grpSpPr>
        <a:xfrm>
          <a:off x="0" y="0"/>
          <a:ext cx="0" cy="0"/>
          <a:chOff x="0" y="0"/>
          <a:chExt cx="0" cy="0"/>
        </a:xfrm>
      </p:grpSpPr>
      <p:pic>
        <p:nvPicPr>
          <p:cNvPr id="8" name="Grafik 3" descr="Ein Bild, das drinnen, Boden, Himmel, Küche enthält.&#10;&#10;Mit sehr hoher Zuverlässigkeit generierte Beschreibung">
            <a:extLst>
              <a:ext uri="{FF2B5EF4-FFF2-40B4-BE49-F238E27FC236}">
                <a16:creationId xmlns:a16="http://schemas.microsoft.com/office/drawing/2014/main" id="{0E105304-8F25-4AA0-940F-9448939499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55575"/>
            <a:ext cx="12192000" cy="6702425"/>
          </a:xfrm>
          <a:prstGeom prst="rect">
            <a:avLst/>
          </a:prstGeom>
        </p:spPr>
      </p:pic>
      <p:sp>
        <p:nvSpPr>
          <p:cNvPr id="4" name="Rechteck 3">
            <a:extLst>
              <a:ext uri="{FF2B5EF4-FFF2-40B4-BE49-F238E27FC236}">
                <a16:creationId xmlns:a16="http://schemas.microsoft.com/office/drawing/2014/main" id="{04A1A0C3-C1B2-834E-8DCA-D5CFE3BF3CCB}"/>
              </a:ext>
            </a:extLst>
          </p:cNvPr>
          <p:cNvSpPr/>
          <p:nvPr userDrawn="1"/>
        </p:nvSpPr>
        <p:spPr>
          <a:xfrm>
            <a:off x="-4276" y="6065134"/>
            <a:ext cx="9402919" cy="792866"/>
          </a:xfrm>
          <a:custGeom>
            <a:avLst/>
            <a:gdLst>
              <a:gd name="connsiteX0" fmla="*/ 0 w 9402919"/>
              <a:gd name="connsiteY0" fmla="*/ 0 h 792866"/>
              <a:gd name="connsiteX1" fmla="*/ 9402919 w 9402919"/>
              <a:gd name="connsiteY1" fmla="*/ 0 h 792866"/>
              <a:gd name="connsiteX2" fmla="*/ 9402919 w 9402919"/>
              <a:gd name="connsiteY2" fmla="*/ 792866 h 792866"/>
              <a:gd name="connsiteX3" fmla="*/ 0 w 9402919"/>
              <a:gd name="connsiteY3" fmla="*/ 792866 h 792866"/>
              <a:gd name="connsiteX4" fmla="*/ 0 w 9402919"/>
              <a:gd name="connsiteY4" fmla="*/ 0 h 792866"/>
              <a:gd name="connsiteX0" fmla="*/ 0 w 9402919"/>
              <a:gd name="connsiteY0" fmla="*/ 0 h 792866"/>
              <a:gd name="connsiteX1" fmla="*/ 7817187 w 9402919"/>
              <a:gd name="connsiteY1" fmla="*/ 81023 h 792866"/>
              <a:gd name="connsiteX2" fmla="*/ 9402919 w 9402919"/>
              <a:gd name="connsiteY2" fmla="*/ 792866 h 792866"/>
              <a:gd name="connsiteX3" fmla="*/ 0 w 9402919"/>
              <a:gd name="connsiteY3" fmla="*/ 792866 h 792866"/>
              <a:gd name="connsiteX4" fmla="*/ 0 w 9402919"/>
              <a:gd name="connsiteY4" fmla="*/ 0 h 792866"/>
              <a:gd name="connsiteX0" fmla="*/ 0 w 9402919"/>
              <a:gd name="connsiteY0" fmla="*/ 0 h 792866"/>
              <a:gd name="connsiteX1" fmla="*/ 8465370 w 9402919"/>
              <a:gd name="connsiteY1" fmla="*/ 11575 h 792866"/>
              <a:gd name="connsiteX2" fmla="*/ 9402919 w 9402919"/>
              <a:gd name="connsiteY2" fmla="*/ 792866 h 792866"/>
              <a:gd name="connsiteX3" fmla="*/ 0 w 9402919"/>
              <a:gd name="connsiteY3" fmla="*/ 792866 h 792866"/>
              <a:gd name="connsiteX4" fmla="*/ 0 w 9402919"/>
              <a:gd name="connsiteY4" fmla="*/ 0 h 792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2919" h="792866">
                <a:moveTo>
                  <a:pt x="0" y="0"/>
                </a:moveTo>
                <a:lnTo>
                  <a:pt x="8465370" y="11575"/>
                </a:lnTo>
                <a:lnTo>
                  <a:pt x="9402919" y="792866"/>
                </a:lnTo>
                <a:lnTo>
                  <a:pt x="0" y="792866"/>
                </a:lnTo>
                <a:lnTo>
                  <a:pt x="0" y="0"/>
                </a:lnTo>
                <a:close/>
              </a:path>
            </a:pathLst>
          </a:custGeom>
          <a:solidFill>
            <a:schemeClr val="bg1"/>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sp>
        <p:nvSpPr>
          <p:cNvPr id="9" name="Rechteck 2">
            <a:extLst>
              <a:ext uri="{FF2B5EF4-FFF2-40B4-BE49-F238E27FC236}">
                <a16:creationId xmlns:a16="http://schemas.microsoft.com/office/drawing/2014/main" id="{8BADA01D-97E1-DB43-9B53-22D14AF8D015}"/>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1B567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pic>
        <p:nvPicPr>
          <p:cNvPr id="13" name="Bild 5" descr="SF_LOGO_®_4C.eps">
            <a:extLst>
              <a:ext uri="{FF2B5EF4-FFF2-40B4-BE49-F238E27FC236}">
                <a16:creationId xmlns:a16="http://schemas.microsoft.com/office/drawing/2014/main" id="{44895ACA-FE3C-6B43-BF1E-7E8B3A714E4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4369" y="6335288"/>
            <a:ext cx="2445208" cy="292030"/>
          </a:xfrm>
          <a:prstGeom prst="rect">
            <a:avLst/>
          </a:prstGeom>
        </p:spPr>
      </p:pic>
      <p:pic>
        <p:nvPicPr>
          <p:cNvPr id="12" name="Grafik 11" descr="Ein Bild, das Pfeil enthält.&#10;&#10;Automatisch generierte Beschreibung">
            <a:extLst>
              <a:ext uri="{FF2B5EF4-FFF2-40B4-BE49-F238E27FC236}">
                <a16:creationId xmlns:a16="http://schemas.microsoft.com/office/drawing/2014/main" id="{C80DA911-76A5-2147-AF33-31590AEB170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sp>
        <p:nvSpPr>
          <p:cNvPr id="16" name="Titel 1">
            <a:extLst>
              <a:ext uri="{FF2B5EF4-FFF2-40B4-BE49-F238E27FC236}">
                <a16:creationId xmlns:a16="http://schemas.microsoft.com/office/drawing/2014/main" id="{91138821-BDF7-3A45-98C1-2E2614C41674}"/>
              </a:ext>
            </a:extLst>
          </p:cNvPr>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2" name="Grafik 1" descr="Ein Bild, das Text enthält.&#10;&#10;Automatisch generierte Beschreibung">
            <a:extLst>
              <a:ext uri="{FF2B5EF4-FFF2-40B4-BE49-F238E27FC236}">
                <a16:creationId xmlns:a16="http://schemas.microsoft.com/office/drawing/2014/main" id="{2A002554-9C9C-FAF3-E5E8-F4CB3494B2E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923870" y="6078252"/>
            <a:ext cx="2196831" cy="780708"/>
          </a:xfrm>
          <a:prstGeom prst="rect">
            <a:avLst/>
          </a:prstGeom>
        </p:spPr>
      </p:pic>
      <p:pic>
        <p:nvPicPr>
          <p:cNvPr id="3" name="Grafik 2" descr="Ein Bild, das Schwarz, Dunkelheit enthält.&#10;&#10;Automatisch generierte Beschreibung">
            <a:extLst>
              <a:ext uri="{FF2B5EF4-FFF2-40B4-BE49-F238E27FC236}">
                <a16:creationId xmlns:a16="http://schemas.microsoft.com/office/drawing/2014/main" id="{4810F482-72B1-F17B-37E6-A264E2F0A678}"/>
              </a:ext>
            </a:extLst>
          </p:cNvPr>
          <p:cNvPicPr>
            <a:picLocks noChangeAspect="1"/>
          </p:cNvPicPr>
          <p:nvPr userDrawn="1"/>
        </p:nvPicPr>
        <p:blipFill>
          <a:blip r:embed="rId6"/>
          <a:stretch>
            <a:fillRect/>
          </a:stretch>
        </p:blipFill>
        <p:spPr>
          <a:xfrm>
            <a:off x="3579653" y="6209008"/>
            <a:ext cx="1968296" cy="563149"/>
          </a:xfrm>
          <a:prstGeom prst="rect">
            <a:avLst/>
          </a:prstGeom>
        </p:spPr>
      </p:pic>
    </p:spTree>
    <p:extLst>
      <p:ext uri="{BB962C8B-B14F-4D97-AF65-F5344CB8AC3E}">
        <p14:creationId xmlns:p14="http://schemas.microsoft.com/office/powerpoint/2010/main" val="25603953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el,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08013" y="1520825"/>
            <a:ext cx="10979150" cy="4321175"/>
          </a:xfrm>
        </p:spPr>
        <p:txBody>
          <a:bodyPr/>
          <a:lstStyle>
            <a:lvl2pPr>
              <a:defRPr sz="1600"/>
            </a:lvl2pPr>
            <a:lvl3pPr>
              <a:defRPr sz="1400"/>
            </a:lvl3pPr>
            <a:lvl4pPr>
              <a:defRPr sz="1200"/>
            </a:lvl4pPr>
            <a:lvl5pPr>
              <a:defRPr sz="11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el 1">
            <a:extLst>
              <a:ext uri="{FF2B5EF4-FFF2-40B4-BE49-F238E27FC236}">
                <a16:creationId xmlns:a16="http://schemas.microsoft.com/office/drawing/2014/main" id="{575570F9-1547-5242-A3BE-53DCEFD33986}"/>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24713348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4" name="Textplatzhalter 3">
            <a:extLst>
              <a:ext uri="{FF2B5EF4-FFF2-40B4-BE49-F238E27FC236}">
                <a16:creationId xmlns:a16="http://schemas.microsoft.com/office/drawing/2014/main" id="{0427E8A4-724B-C142-9FC7-439E0DBAFE89}"/>
              </a:ext>
            </a:extLst>
          </p:cNvPr>
          <p:cNvSpPr>
            <a:spLocks noGrp="1"/>
          </p:cNvSpPr>
          <p:nvPr>
            <p:ph type="body" sz="quarter" idx="10"/>
          </p:nvPr>
        </p:nvSpPr>
        <p:spPr>
          <a:xfrm>
            <a:off x="608014" y="1520826"/>
            <a:ext cx="562026" cy="4321174"/>
          </a:xfrm>
        </p:spPr>
        <p:txBody>
          <a:bodyPr/>
          <a:lstStyle>
            <a:lvl1pPr>
              <a:lnSpc>
                <a:spcPct val="150000"/>
              </a:lnSpc>
              <a:defRPr sz="2000">
                <a:solidFill>
                  <a:schemeClr val="tx2"/>
                </a:solidFill>
              </a:defRPr>
            </a:lvl1pPr>
            <a:lvl2pPr>
              <a:lnSpc>
                <a:spcPct val="150000"/>
              </a:lnSpc>
              <a:defRPr sz="2000">
                <a:solidFill>
                  <a:schemeClr val="tx2"/>
                </a:solidFill>
              </a:defRPr>
            </a:lvl2pPr>
            <a:lvl3pPr>
              <a:lnSpc>
                <a:spcPct val="150000"/>
              </a:lnSpc>
              <a:defRPr sz="2000">
                <a:solidFill>
                  <a:schemeClr val="tx2"/>
                </a:solidFill>
              </a:defRPr>
            </a:lvl3pPr>
            <a:lvl4pPr>
              <a:lnSpc>
                <a:spcPct val="150000"/>
              </a:lnSpc>
              <a:defRPr sz="2000">
                <a:solidFill>
                  <a:schemeClr val="tx2"/>
                </a:solidFill>
              </a:defRPr>
            </a:lvl4pPr>
            <a:lvl5pPr>
              <a:lnSpc>
                <a:spcPct val="150000"/>
              </a:lnSpc>
              <a:defRPr sz="2000">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extplatzhalter 5">
            <a:extLst>
              <a:ext uri="{FF2B5EF4-FFF2-40B4-BE49-F238E27FC236}">
                <a16:creationId xmlns:a16="http://schemas.microsoft.com/office/drawing/2014/main" id="{84E10E12-B593-4D4E-AD2F-D6DCDB6B73C9}"/>
              </a:ext>
            </a:extLst>
          </p:cNvPr>
          <p:cNvSpPr>
            <a:spLocks noGrp="1"/>
          </p:cNvSpPr>
          <p:nvPr>
            <p:ph type="body" sz="quarter" idx="11"/>
          </p:nvPr>
        </p:nvSpPr>
        <p:spPr>
          <a:xfrm>
            <a:off x="1307690" y="1520826"/>
            <a:ext cx="10279473" cy="4321174"/>
          </a:xfrm>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1406464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el, le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4202614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Vollfläche">
    <p:spTree>
      <p:nvGrpSpPr>
        <p:cNvPr id="1" name=""/>
        <p:cNvGrpSpPr/>
        <p:nvPr/>
      </p:nvGrpSpPr>
      <p:grpSpPr>
        <a:xfrm>
          <a:off x="0" y="0"/>
          <a:ext cx="0" cy="0"/>
          <a:chOff x="0" y="0"/>
          <a:chExt cx="0" cy="0"/>
        </a:xfrm>
      </p:grpSpPr>
      <p:sp>
        <p:nvSpPr>
          <p:cNvPr id="4" name="Medienplatzhalter 3">
            <a:extLst>
              <a:ext uri="{FF2B5EF4-FFF2-40B4-BE49-F238E27FC236}">
                <a16:creationId xmlns:a16="http://schemas.microsoft.com/office/drawing/2014/main" id="{9BA67165-0A5A-AE4C-95D9-D99246F57EF5}"/>
              </a:ext>
            </a:extLst>
          </p:cNvPr>
          <p:cNvSpPr>
            <a:spLocks noGrp="1"/>
          </p:cNvSpPr>
          <p:nvPr>
            <p:ph type="media" sz="quarter" idx="10"/>
          </p:nvPr>
        </p:nvSpPr>
        <p:spPr>
          <a:xfrm>
            <a:off x="-147638" y="-187325"/>
            <a:ext cx="12506326" cy="7246938"/>
          </a:xfrm>
        </p:spPr>
        <p:txBody>
          <a:bodyPr/>
          <a:lstStyle/>
          <a:p>
            <a:endParaRPr lang="de-DE"/>
          </a:p>
        </p:txBody>
      </p:sp>
      <p:sp>
        <p:nvSpPr>
          <p:cNvPr id="3" name="Titel 1">
            <a:extLst>
              <a:ext uri="{FF2B5EF4-FFF2-40B4-BE49-F238E27FC236}">
                <a16:creationId xmlns:a16="http://schemas.microsoft.com/office/drawing/2014/main" id="{9A862949-0F84-E141-8032-AA23D4ED4984}"/>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14466367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ild Vollfläche">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3B72C265-2384-1047-B247-BED4E5DD8811}"/>
              </a:ext>
            </a:extLst>
          </p:cNvPr>
          <p:cNvSpPr>
            <a:spLocks noGrp="1"/>
          </p:cNvSpPr>
          <p:nvPr>
            <p:ph type="pic" sz="quarter" idx="10"/>
          </p:nvPr>
        </p:nvSpPr>
        <p:spPr>
          <a:xfrm>
            <a:off x="-196850" y="-314325"/>
            <a:ext cx="12585700" cy="7354888"/>
          </a:xfrm>
        </p:spPr>
        <p:txBody>
          <a:bodyPr/>
          <a:lstStyle/>
          <a:p>
            <a:endParaRPr lang="de-DE"/>
          </a:p>
        </p:txBody>
      </p:sp>
      <p:sp>
        <p:nvSpPr>
          <p:cNvPr id="4" name="Titel 1">
            <a:extLst>
              <a:ext uri="{FF2B5EF4-FFF2-40B4-BE49-F238E27FC236}">
                <a16:creationId xmlns:a16="http://schemas.microsoft.com/office/drawing/2014/main" id="{32D034CD-831E-F54C-9182-631D66E0F442}"/>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40455574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ild Vollfläche transparent">
    <p:bg>
      <p:bgRef idx="1001">
        <a:schemeClr val="bg1"/>
      </p:bgRef>
    </p:bg>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4DEA54DE-7E45-294C-9AFF-E577852AE665}"/>
              </a:ext>
            </a:extLst>
          </p:cNvPr>
          <p:cNvSpPr>
            <a:spLocks noGrp="1"/>
          </p:cNvSpPr>
          <p:nvPr>
            <p:ph type="pic" sz="quarter" idx="10"/>
          </p:nvPr>
        </p:nvSpPr>
        <p:spPr>
          <a:xfrm>
            <a:off x="-157163" y="-255588"/>
            <a:ext cx="12585701" cy="7305676"/>
          </a:xfrm>
        </p:spPr>
        <p:txBody>
          <a:bodyPr/>
          <a:lstStyle/>
          <a:p>
            <a:endParaRPr lang="de-DE"/>
          </a:p>
        </p:txBody>
      </p:sp>
      <p:sp>
        <p:nvSpPr>
          <p:cNvPr id="2" name="Rechteck 1">
            <a:extLst>
              <a:ext uri="{FF2B5EF4-FFF2-40B4-BE49-F238E27FC236}">
                <a16:creationId xmlns:a16="http://schemas.microsoft.com/office/drawing/2014/main" id="{15E60F35-117E-2040-B119-3E3BF2FE558D}"/>
              </a:ext>
            </a:extLst>
          </p:cNvPr>
          <p:cNvSpPr/>
          <p:nvPr userDrawn="1"/>
        </p:nvSpPr>
        <p:spPr>
          <a:xfrm>
            <a:off x="0" y="0"/>
            <a:ext cx="12192000"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 name="Titel 1">
            <a:extLst>
              <a:ext uri="{FF2B5EF4-FFF2-40B4-BE49-F238E27FC236}">
                <a16:creationId xmlns:a16="http://schemas.microsoft.com/office/drawing/2014/main" id="{E1F7DD75-BFBF-464C-989F-12F6AD6CF917}"/>
              </a:ext>
            </a:extLst>
          </p:cNvPr>
          <p:cNvSpPr>
            <a:spLocks noGrp="1"/>
          </p:cNvSpPr>
          <p:nvPr>
            <p:ph type="title"/>
          </p:nvPr>
        </p:nvSpPr>
        <p:spPr>
          <a:xfrm>
            <a:off x="608013" y="2513377"/>
            <a:ext cx="8373617" cy="1039092"/>
          </a:xfrm>
        </p:spPr>
        <p:txBody>
          <a:bodyPr/>
          <a:lstStyle/>
          <a:p>
            <a:r>
              <a:rPr lang="de-DE"/>
              <a:t>Mastertitelformat bearbeiten</a:t>
            </a:r>
          </a:p>
        </p:txBody>
      </p:sp>
      <p:sp>
        <p:nvSpPr>
          <p:cNvPr id="7" name="Textplatzhalter 6">
            <a:extLst>
              <a:ext uri="{FF2B5EF4-FFF2-40B4-BE49-F238E27FC236}">
                <a16:creationId xmlns:a16="http://schemas.microsoft.com/office/drawing/2014/main" id="{0FF2C474-8B02-41CF-82F2-E2EA2EB7DB0C}"/>
              </a:ext>
            </a:extLst>
          </p:cNvPr>
          <p:cNvSpPr>
            <a:spLocks noGrp="1"/>
          </p:cNvSpPr>
          <p:nvPr>
            <p:ph type="body" sz="quarter" idx="11" hasCustomPrompt="1"/>
          </p:nvPr>
        </p:nvSpPr>
        <p:spPr>
          <a:xfrm>
            <a:off x="1156531" y="4492499"/>
            <a:ext cx="3470275" cy="1968122"/>
          </a:xfrm>
        </p:spPr>
        <p:txBody>
          <a:bodyPr/>
          <a:lstStyle>
            <a:lvl1pPr>
              <a:defRPr/>
            </a:lvl1pPr>
          </a:lstStyle>
          <a:p>
            <a:pPr algn="ctr"/>
            <a:r>
              <a:rPr lang="de-DE"/>
              <a:t>Das gewünschte Bild über den Platzhalter einfügen. Bild markieren, Transparenz über Bildformat -&gt; Transparenz auf 65 % stellen. Bitte nur die vorgegebene Überschrift („Titel hinzufügen“) verwenden, diese Box löschen.</a:t>
            </a:r>
          </a:p>
          <a:p>
            <a:pPr lvl="4"/>
            <a:endParaRPr lang="de-DE"/>
          </a:p>
        </p:txBody>
      </p:sp>
    </p:spTree>
    <p:extLst>
      <p:ext uri="{BB962C8B-B14F-4D97-AF65-F5344CB8AC3E}">
        <p14:creationId xmlns:p14="http://schemas.microsoft.com/office/powerpoint/2010/main" val="2290107951"/>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 Zwischenüberschrift, Inhalt">
    <p:spTree>
      <p:nvGrpSpPr>
        <p:cNvPr id="1" name=""/>
        <p:cNvGrpSpPr/>
        <p:nvPr/>
      </p:nvGrpSpPr>
      <p:grpSpPr>
        <a:xfrm>
          <a:off x="0" y="0"/>
          <a:ext cx="0" cy="0"/>
          <a:chOff x="0" y="0"/>
          <a:chExt cx="0" cy="0"/>
        </a:xfrm>
      </p:grpSpPr>
      <p:sp>
        <p:nvSpPr>
          <p:cNvPr id="9" name="Inhaltsplatzhalter 2"/>
          <p:cNvSpPr>
            <a:spLocks noGrp="1"/>
          </p:cNvSpPr>
          <p:nvPr>
            <p:ph idx="1"/>
          </p:nvPr>
        </p:nvSpPr>
        <p:spPr>
          <a:xfrm>
            <a:off x="608013" y="1855255"/>
            <a:ext cx="10979150" cy="3986745"/>
          </a:xfrm>
        </p:spPr>
        <p:txBody>
          <a:bodyPr/>
          <a:lstStyle>
            <a:lvl2pPr>
              <a:defRPr sz="1600"/>
            </a:lvl2pPr>
            <a:lvl3pPr>
              <a:defRPr sz="1400"/>
            </a:lvl3pPr>
            <a:lvl4pPr>
              <a:defRPr sz="1200"/>
            </a:lvl4pPr>
            <a:lvl5pPr>
              <a:defRPr sz="11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2"/>
          <p:cNvSpPr>
            <a:spLocks noGrp="1"/>
          </p:cNvSpPr>
          <p:nvPr>
            <p:ph type="body" idx="13"/>
          </p:nvPr>
        </p:nvSpPr>
        <p:spPr>
          <a:xfrm>
            <a:off x="609599" y="1520825"/>
            <a:ext cx="10977563" cy="334430"/>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5" name="Titel 1">
            <a:extLst>
              <a:ext uri="{FF2B5EF4-FFF2-40B4-BE49-F238E27FC236}">
                <a16:creationId xmlns:a16="http://schemas.microsoft.com/office/drawing/2014/main" id="{46CF3068-F347-3544-9F9B-4C3449561DAD}"/>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179432867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itel,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4"/>
            <a:ext cx="5410200" cy="4321175"/>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520826"/>
            <a:ext cx="5410200" cy="4321174"/>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7689923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el, zwei Inhalte, zwei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5"/>
            <a:ext cx="5410200" cy="1205122"/>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520825"/>
            <a:ext cx="5410200" cy="1205122"/>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Bildplatzhalter 5">
            <a:extLst>
              <a:ext uri="{FF2B5EF4-FFF2-40B4-BE49-F238E27FC236}">
                <a16:creationId xmlns:a16="http://schemas.microsoft.com/office/drawing/2014/main" id="{AD73CD91-0BC1-C04A-A752-31B525E73BEF}"/>
              </a:ext>
            </a:extLst>
          </p:cNvPr>
          <p:cNvSpPr>
            <a:spLocks noGrp="1"/>
          </p:cNvSpPr>
          <p:nvPr>
            <p:ph type="pic" sz="quarter" idx="10"/>
          </p:nvPr>
        </p:nvSpPr>
        <p:spPr>
          <a:xfrm>
            <a:off x="608013" y="2803525"/>
            <a:ext cx="5411787" cy="3038475"/>
          </a:xfrm>
        </p:spPr>
        <p:txBody>
          <a:bodyPr/>
          <a:lstStyle/>
          <a:p>
            <a:endParaRPr lang="de-DE"/>
          </a:p>
        </p:txBody>
      </p:sp>
      <p:sp>
        <p:nvSpPr>
          <p:cNvPr id="7" name="Bildplatzhalter 5">
            <a:extLst>
              <a:ext uri="{FF2B5EF4-FFF2-40B4-BE49-F238E27FC236}">
                <a16:creationId xmlns:a16="http://schemas.microsoft.com/office/drawing/2014/main" id="{CCE80233-1609-7E49-9157-D326B9449999}"/>
              </a:ext>
            </a:extLst>
          </p:cNvPr>
          <p:cNvSpPr>
            <a:spLocks noGrp="1"/>
          </p:cNvSpPr>
          <p:nvPr>
            <p:ph type="pic" sz="quarter" idx="11"/>
          </p:nvPr>
        </p:nvSpPr>
        <p:spPr>
          <a:xfrm>
            <a:off x="6172200" y="2801039"/>
            <a:ext cx="5411787" cy="3038475"/>
          </a:xfrm>
        </p:spPr>
        <p:txBody>
          <a:bodyPr/>
          <a:lstStyle/>
          <a:p>
            <a:endParaRPr lang="de-DE"/>
          </a:p>
        </p:txBody>
      </p:sp>
    </p:spTree>
    <p:extLst>
      <p:ext uri="{BB962C8B-B14F-4D97-AF65-F5344CB8AC3E}">
        <p14:creationId xmlns:p14="http://schemas.microsoft.com/office/powerpoint/2010/main" val="13633350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Titel, zwei Zwischenüberschriften,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Mastertitelformat bearbeiten</a:t>
            </a:r>
          </a:p>
        </p:txBody>
      </p:sp>
      <p:sp>
        <p:nvSpPr>
          <p:cNvPr id="3" name="Textplatzhalter 2"/>
          <p:cNvSpPr>
            <a:spLocks noGrp="1"/>
          </p:cNvSpPr>
          <p:nvPr>
            <p:ph type="body" idx="1"/>
          </p:nvPr>
        </p:nvSpPr>
        <p:spPr>
          <a:xfrm>
            <a:off x="609600" y="1530893"/>
            <a:ext cx="5386388"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609600" y="1855255"/>
            <a:ext cx="5386388" cy="3986745"/>
          </a:xfrm>
        </p:spPr>
        <p:txBody>
          <a:bodyPr>
            <a:normAutofit/>
          </a:bodyPr>
          <a:lstStyle>
            <a:lvl1pPr>
              <a:defRPr sz="1700">
                <a:solidFill>
                  <a:srgbClr val="706F6F"/>
                </a:solidFill>
              </a:defRPr>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92838" y="1530893"/>
            <a:ext cx="5389562"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6192838" y="1855256"/>
            <a:ext cx="5389562" cy="3986744"/>
          </a:xfrm>
        </p:spPr>
        <p:txBody>
          <a:bodyPr>
            <a:normAutofit/>
          </a:bodyPr>
          <a:lstStyle>
            <a:lvl1pPr>
              <a:defRPr sz="1700"/>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0172810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el, zwei Zwischenüberschriften, zwei Inhalte, zwei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Mastertitelformat bearbeiten</a:t>
            </a:r>
          </a:p>
        </p:txBody>
      </p:sp>
      <p:sp>
        <p:nvSpPr>
          <p:cNvPr id="3" name="Textplatzhalter 2"/>
          <p:cNvSpPr>
            <a:spLocks noGrp="1"/>
          </p:cNvSpPr>
          <p:nvPr>
            <p:ph type="body" idx="1"/>
          </p:nvPr>
        </p:nvSpPr>
        <p:spPr>
          <a:xfrm>
            <a:off x="609600" y="1530893"/>
            <a:ext cx="5386388"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609600" y="1855256"/>
            <a:ext cx="5386388" cy="1448662"/>
          </a:xfrm>
        </p:spPr>
        <p:txBody>
          <a:bodyPr>
            <a:normAutofit/>
          </a:bodyPr>
          <a:lstStyle>
            <a:lvl1pPr>
              <a:defRPr sz="1700">
                <a:solidFill>
                  <a:srgbClr val="706F6F"/>
                </a:solidFill>
              </a:defRPr>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92838" y="1530893"/>
            <a:ext cx="5389562"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6192838" y="1855256"/>
            <a:ext cx="5389562" cy="1448662"/>
          </a:xfrm>
        </p:spPr>
        <p:txBody>
          <a:bodyPr>
            <a:normAutofit/>
          </a:bodyPr>
          <a:lstStyle>
            <a:lvl1pPr>
              <a:defRPr sz="1700"/>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Bildplatzhalter 5">
            <a:extLst>
              <a:ext uri="{FF2B5EF4-FFF2-40B4-BE49-F238E27FC236}">
                <a16:creationId xmlns:a16="http://schemas.microsoft.com/office/drawing/2014/main" id="{6491D70F-E888-4045-868A-9A934BA5D9A7}"/>
              </a:ext>
            </a:extLst>
          </p:cNvPr>
          <p:cNvSpPr>
            <a:spLocks noGrp="1"/>
          </p:cNvSpPr>
          <p:nvPr>
            <p:ph type="pic" sz="quarter" idx="10"/>
          </p:nvPr>
        </p:nvSpPr>
        <p:spPr>
          <a:xfrm>
            <a:off x="608013" y="3303918"/>
            <a:ext cx="5391149" cy="2538081"/>
          </a:xfrm>
        </p:spPr>
        <p:txBody>
          <a:bodyPr/>
          <a:lstStyle/>
          <a:p>
            <a:endParaRPr lang="de-DE"/>
          </a:p>
        </p:txBody>
      </p:sp>
      <p:sp>
        <p:nvSpPr>
          <p:cNvPr id="8" name="Bildplatzhalter 5">
            <a:extLst>
              <a:ext uri="{FF2B5EF4-FFF2-40B4-BE49-F238E27FC236}">
                <a16:creationId xmlns:a16="http://schemas.microsoft.com/office/drawing/2014/main" id="{5D14193D-5D40-264C-A68B-F249B26F8F52}"/>
              </a:ext>
            </a:extLst>
          </p:cNvPr>
          <p:cNvSpPr>
            <a:spLocks noGrp="1"/>
          </p:cNvSpPr>
          <p:nvPr>
            <p:ph type="pic" sz="quarter" idx="11"/>
          </p:nvPr>
        </p:nvSpPr>
        <p:spPr>
          <a:xfrm>
            <a:off x="6197601" y="3303918"/>
            <a:ext cx="5384799" cy="2538082"/>
          </a:xfrm>
        </p:spPr>
        <p:txBody>
          <a:bodyPr/>
          <a:lstStyle/>
          <a:p>
            <a:endParaRPr lang="de-DE"/>
          </a:p>
        </p:txBody>
      </p:sp>
    </p:spTree>
    <p:extLst>
      <p:ext uri="{BB962C8B-B14F-4D97-AF65-F5344CB8AC3E}">
        <p14:creationId xmlns:p14="http://schemas.microsoft.com/office/powerpoint/2010/main" val="28019193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el, 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4"/>
            <a:ext cx="3571337" cy="4321176"/>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10331" y="1520824"/>
            <a:ext cx="3571337" cy="4321176"/>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3">
            <a:extLst>
              <a:ext uri="{FF2B5EF4-FFF2-40B4-BE49-F238E27FC236}">
                <a16:creationId xmlns:a16="http://schemas.microsoft.com/office/drawing/2014/main" id="{FFAE8A9E-ED85-DB4D-87FB-03F3ACC9F281}"/>
              </a:ext>
            </a:extLst>
          </p:cNvPr>
          <p:cNvSpPr>
            <a:spLocks noGrp="1"/>
          </p:cNvSpPr>
          <p:nvPr>
            <p:ph sz="half" idx="10"/>
          </p:nvPr>
        </p:nvSpPr>
        <p:spPr>
          <a:xfrm>
            <a:off x="8011063" y="1520824"/>
            <a:ext cx="3571337" cy="4321176"/>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1407617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el, drei Zwischenüberschriften, 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841477"/>
            <a:ext cx="3571337" cy="4000523"/>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extplatzhalter 2">
            <a:extLst>
              <a:ext uri="{FF2B5EF4-FFF2-40B4-BE49-F238E27FC236}">
                <a16:creationId xmlns:a16="http://schemas.microsoft.com/office/drawing/2014/main" id="{82D0E903-7614-A140-B92F-52362A32047D}"/>
              </a:ext>
            </a:extLst>
          </p:cNvPr>
          <p:cNvSpPr>
            <a:spLocks noGrp="1"/>
          </p:cNvSpPr>
          <p:nvPr>
            <p:ph type="body" idx="11"/>
          </p:nvPr>
        </p:nvSpPr>
        <p:spPr>
          <a:xfrm>
            <a:off x="609600" y="1520825"/>
            <a:ext cx="3571336" cy="334430"/>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9" name="Inhaltsplatzhalter 2">
            <a:extLst>
              <a:ext uri="{FF2B5EF4-FFF2-40B4-BE49-F238E27FC236}">
                <a16:creationId xmlns:a16="http://schemas.microsoft.com/office/drawing/2014/main" id="{8B47C00C-BFF4-4BD6-B6A4-82489757A7C5}"/>
              </a:ext>
            </a:extLst>
          </p:cNvPr>
          <p:cNvSpPr>
            <a:spLocks noGrp="1"/>
          </p:cNvSpPr>
          <p:nvPr>
            <p:ph sz="half" idx="12"/>
          </p:nvPr>
        </p:nvSpPr>
        <p:spPr>
          <a:xfrm>
            <a:off x="8011063" y="1831409"/>
            <a:ext cx="3571337" cy="4010591"/>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2">
            <a:extLst>
              <a:ext uri="{FF2B5EF4-FFF2-40B4-BE49-F238E27FC236}">
                <a16:creationId xmlns:a16="http://schemas.microsoft.com/office/drawing/2014/main" id="{94F6C2CB-1D01-4FCA-9749-F27FA0BD4D89}"/>
              </a:ext>
            </a:extLst>
          </p:cNvPr>
          <p:cNvSpPr>
            <a:spLocks noGrp="1"/>
          </p:cNvSpPr>
          <p:nvPr>
            <p:ph type="body" idx="13"/>
          </p:nvPr>
        </p:nvSpPr>
        <p:spPr>
          <a:xfrm>
            <a:off x="8011063" y="1520825"/>
            <a:ext cx="3571336"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1" name="Inhaltsplatzhalter 2">
            <a:extLst>
              <a:ext uri="{FF2B5EF4-FFF2-40B4-BE49-F238E27FC236}">
                <a16:creationId xmlns:a16="http://schemas.microsoft.com/office/drawing/2014/main" id="{89BA9899-8531-4F70-AD2C-B9B45E1F981E}"/>
              </a:ext>
            </a:extLst>
          </p:cNvPr>
          <p:cNvSpPr>
            <a:spLocks noGrp="1"/>
          </p:cNvSpPr>
          <p:nvPr>
            <p:ph sz="half" idx="14"/>
          </p:nvPr>
        </p:nvSpPr>
        <p:spPr>
          <a:xfrm>
            <a:off x="4310331" y="1831409"/>
            <a:ext cx="3571337" cy="4010591"/>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2">
            <a:extLst>
              <a:ext uri="{FF2B5EF4-FFF2-40B4-BE49-F238E27FC236}">
                <a16:creationId xmlns:a16="http://schemas.microsoft.com/office/drawing/2014/main" id="{3CA51ED2-ABDA-4C93-A262-E3E7B17C64C4}"/>
              </a:ext>
            </a:extLst>
          </p:cNvPr>
          <p:cNvSpPr>
            <a:spLocks noGrp="1"/>
          </p:cNvSpPr>
          <p:nvPr>
            <p:ph type="body" idx="15"/>
          </p:nvPr>
        </p:nvSpPr>
        <p:spPr>
          <a:xfrm>
            <a:off x="4310331" y="1520825"/>
            <a:ext cx="3571336"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Tree>
    <p:extLst>
      <p:ext uri="{BB962C8B-B14F-4D97-AF65-F5344CB8AC3E}">
        <p14:creationId xmlns:p14="http://schemas.microsoft.com/office/powerpoint/2010/main" val="190877588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ild mit Beschriftung">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585788" y="1520825"/>
            <a:ext cx="7827962" cy="43150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640763" y="1520826"/>
            <a:ext cx="2946400" cy="4315064"/>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itel 1">
            <a:extLst>
              <a:ext uri="{FF2B5EF4-FFF2-40B4-BE49-F238E27FC236}">
                <a16:creationId xmlns:a16="http://schemas.microsoft.com/office/drawing/2014/main" id="{D041A20A-43F5-C94E-9CA6-0C1F8A5BF50B}"/>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2552282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platzhalter 11"/>
          <p:cNvSpPr>
            <a:spLocks noGrp="1"/>
          </p:cNvSpPr>
          <p:nvPr>
            <p:ph type="body" sz="quarter" idx="15" hasCustomPrompt="1"/>
          </p:nvPr>
        </p:nvSpPr>
        <p:spPr>
          <a:xfrm>
            <a:off x="3032037" y="3016051"/>
            <a:ext cx="8236207" cy="531466"/>
          </a:xfrm>
        </p:spPr>
        <p:txBody>
          <a:bodyPr>
            <a:normAutofit/>
          </a:bodyPr>
          <a:lstStyle>
            <a:lvl1pPr marL="0" indent="0">
              <a:buFont typeface="Arial" panose="020B0604020202020204" pitchFamily="34" charset="0"/>
              <a:buNone/>
              <a:defRPr lang="de-DE" sz="2400" b="1" i="1" spc="90" baseline="0" dirty="0" smtClean="0">
                <a:solidFill>
                  <a:schemeClr val="accent1"/>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Name</a:t>
            </a:r>
          </a:p>
        </p:txBody>
      </p:sp>
      <p:sp>
        <p:nvSpPr>
          <p:cNvPr id="4" name="Textplatzhalter 11"/>
          <p:cNvSpPr>
            <a:spLocks noGrp="1"/>
          </p:cNvSpPr>
          <p:nvPr>
            <p:ph type="body" sz="quarter" idx="16" hasCustomPrompt="1"/>
          </p:nvPr>
        </p:nvSpPr>
        <p:spPr>
          <a:xfrm>
            <a:off x="3032036" y="5208557"/>
            <a:ext cx="8236207" cy="508178"/>
          </a:xfrm>
        </p:spPr>
        <p:txBody>
          <a:bodyPr>
            <a:normAutofit/>
          </a:bodyPr>
          <a:lstStyle>
            <a:lvl1pPr marL="0" indent="0">
              <a:buFont typeface="Arial" panose="020B0604020202020204" pitchFamily="34" charset="0"/>
              <a:buNone/>
              <a:defRPr lang="de-DE" sz="1800" i="1" spc="90" baseline="0" dirty="0" smtClean="0">
                <a:solidFill>
                  <a:schemeClr val="accent2"/>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mail@smartfactory.de</a:t>
            </a:r>
          </a:p>
        </p:txBody>
      </p:sp>
      <p:sp>
        <p:nvSpPr>
          <p:cNvPr id="5" name="Textplatzhalter 11"/>
          <p:cNvSpPr>
            <a:spLocks noGrp="1"/>
          </p:cNvSpPr>
          <p:nvPr>
            <p:ph type="body" sz="quarter" idx="17" hasCustomPrompt="1"/>
          </p:nvPr>
        </p:nvSpPr>
        <p:spPr>
          <a:xfrm>
            <a:off x="3032036" y="3387097"/>
            <a:ext cx="8236207" cy="408215"/>
          </a:xfrm>
        </p:spPr>
        <p:txBody>
          <a:bodyPr>
            <a:normAutofit/>
          </a:bodyPr>
          <a:lstStyle>
            <a:lvl1pPr marL="0" indent="0" algn="l">
              <a:lnSpc>
                <a:spcPct val="100000"/>
              </a:lnSpc>
              <a:spcBef>
                <a:spcPts val="0"/>
              </a:spcBef>
              <a:buFont typeface="Arial" panose="020B0604020202020204" pitchFamily="34" charset="0"/>
              <a:buNone/>
              <a:defRPr lang="de-DE" sz="1700" cap="all" spc="90" baseline="0" dirty="0" smtClean="0">
                <a:solidFill>
                  <a:schemeClr val="accent2"/>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FUNKTION / AUFGABE</a:t>
            </a:r>
          </a:p>
        </p:txBody>
      </p:sp>
      <p:sp>
        <p:nvSpPr>
          <p:cNvPr id="6" name="Bildplatzhalter 9"/>
          <p:cNvSpPr>
            <a:spLocks noGrp="1"/>
          </p:cNvSpPr>
          <p:nvPr>
            <p:ph type="pic" sz="quarter" idx="14"/>
          </p:nvPr>
        </p:nvSpPr>
        <p:spPr>
          <a:xfrm>
            <a:off x="585788" y="3075328"/>
            <a:ext cx="1864478" cy="2462384"/>
          </a:xfrm>
          <a:ln w="3175">
            <a:solidFill>
              <a:schemeClr val="bg2">
                <a:lumMod val="90000"/>
              </a:schemeClr>
            </a:solidFill>
          </a:ln>
        </p:spPr>
        <p:txBody>
          <a:bodyPr>
            <a:normAutofit/>
          </a:bodyPr>
          <a:lstStyle>
            <a:lvl1pPr>
              <a:defRPr sz="1200"/>
            </a:lvl1pPr>
          </a:lstStyle>
          <a:p>
            <a:r>
              <a:rPr lang="de-DE"/>
              <a:t>Bild durch Klicken auf Symbol hinzufügen</a:t>
            </a:r>
          </a:p>
        </p:txBody>
      </p:sp>
      <p:sp>
        <p:nvSpPr>
          <p:cNvPr id="7" name="Rechteck 6"/>
          <p:cNvSpPr/>
          <p:nvPr userDrawn="1"/>
        </p:nvSpPr>
        <p:spPr>
          <a:xfrm>
            <a:off x="3020326" y="3885838"/>
            <a:ext cx="5393424" cy="923330"/>
          </a:xfrm>
          <a:prstGeom prst="rect">
            <a:avLst/>
          </a:prstGeom>
        </p:spPr>
        <p:txBody>
          <a:bodyPr wrap="square">
            <a:spAutoFit/>
          </a:bodyPr>
          <a:lstStyle/>
          <a:p>
            <a:pPr>
              <a:spcAft>
                <a:spcPts val="0"/>
              </a:spcAft>
            </a:pPr>
            <a:r>
              <a:rPr lang="de-DE" sz="1800" spc="90" baseline="0">
                <a:solidFill>
                  <a:schemeClr val="accent4"/>
                </a:solidFill>
                <a:latin typeface="Calibri" panose="020F0502020204030204" pitchFamily="34" charset="0"/>
                <a:cs typeface="Calibri" panose="020F0502020204030204" pitchFamily="34" charset="0"/>
              </a:rPr>
              <a:t>Technologie-Initiative </a:t>
            </a:r>
            <a:r>
              <a:rPr lang="de-DE" sz="1800" spc="90" baseline="0" err="1">
                <a:solidFill>
                  <a:schemeClr val="accent4"/>
                </a:solidFill>
                <a:latin typeface="Calibri" panose="020F0502020204030204" pitchFamily="34" charset="0"/>
                <a:cs typeface="Calibri" panose="020F0502020204030204" pitchFamily="34" charset="0"/>
              </a:rPr>
              <a:t>SmartFactory</a:t>
            </a:r>
            <a:r>
              <a:rPr lang="de-DE" sz="1800" spc="90" baseline="0">
                <a:solidFill>
                  <a:schemeClr val="accent4"/>
                </a:solidFill>
                <a:latin typeface="Calibri" panose="020F0502020204030204" pitchFamily="34" charset="0"/>
                <a:cs typeface="Calibri" panose="020F0502020204030204" pitchFamily="34" charset="0"/>
              </a:rPr>
              <a:t> KL e.</a:t>
            </a:r>
            <a:r>
              <a:rPr lang="de-DE" sz="1800" spc="-150" baseline="0">
                <a:solidFill>
                  <a:schemeClr val="accent4"/>
                </a:solidFill>
                <a:latin typeface="Calibri" panose="020F0502020204030204" pitchFamily="34" charset="0"/>
                <a:cs typeface="Calibri" panose="020F0502020204030204" pitchFamily="34" charset="0"/>
              </a:rPr>
              <a:t> </a:t>
            </a:r>
            <a:r>
              <a:rPr lang="de-DE" sz="1800" spc="90" baseline="0">
                <a:solidFill>
                  <a:schemeClr val="accent4"/>
                </a:solidFill>
                <a:latin typeface="Calibri" panose="020F0502020204030204" pitchFamily="34" charset="0"/>
                <a:cs typeface="Calibri" panose="020F0502020204030204" pitchFamily="34" charset="0"/>
              </a:rPr>
              <a:t>V. </a:t>
            </a:r>
          </a:p>
          <a:p>
            <a:pPr>
              <a:spcAft>
                <a:spcPts val="0"/>
              </a:spcAft>
            </a:pPr>
            <a:r>
              <a:rPr lang="de-DE" sz="1800" spc="90" baseline="0" err="1">
                <a:solidFill>
                  <a:schemeClr val="accent4"/>
                </a:solidFill>
                <a:latin typeface="Calibri" panose="020F0502020204030204" pitchFamily="34" charset="0"/>
                <a:cs typeface="Calibri" panose="020F0502020204030204" pitchFamily="34" charset="0"/>
              </a:rPr>
              <a:t>Trippstadter</a:t>
            </a:r>
            <a:r>
              <a:rPr lang="de-DE" sz="1800" spc="90" baseline="0">
                <a:solidFill>
                  <a:schemeClr val="accent4"/>
                </a:solidFill>
                <a:latin typeface="Calibri" panose="020F0502020204030204" pitchFamily="34" charset="0"/>
                <a:cs typeface="Calibri" panose="020F0502020204030204" pitchFamily="34" charset="0"/>
              </a:rPr>
              <a:t> Straße 122</a:t>
            </a:r>
          </a:p>
          <a:p>
            <a:pPr>
              <a:spcAft>
                <a:spcPts val="0"/>
              </a:spcAft>
            </a:pPr>
            <a:r>
              <a:rPr lang="de-DE" sz="1800" spc="90" baseline="0">
                <a:solidFill>
                  <a:schemeClr val="accent4"/>
                </a:solidFill>
                <a:latin typeface="Calibri" panose="020F0502020204030204" pitchFamily="34" charset="0"/>
                <a:cs typeface="Calibri" panose="020F0502020204030204" pitchFamily="34" charset="0"/>
              </a:rPr>
              <a:t>67663 Kaiserslautern</a:t>
            </a:r>
          </a:p>
        </p:txBody>
      </p:sp>
    </p:spTree>
    <p:extLst>
      <p:ext uri="{BB962C8B-B14F-4D97-AF65-F5344CB8AC3E}">
        <p14:creationId xmlns:p14="http://schemas.microsoft.com/office/powerpoint/2010/main" val="241880846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Titel: WSKL Alternative">
    <p:spTree>
      <p:nvGrpSpPr>
        <p:cNvPr id="1" name=""/>
        <p:cNvGrpSpPr/>
        <p:nvPr/>
      </p:nvGrpSpPr>
      <p:grpSpPr>
        <a:xfrm>
          <a:off x="0" y="0"/>
          <a:ext cx="0" cy="0"/>
          <a:chOff x="0" y="0"/>
          <a:chExt cx="0" cy="0"/>
        </a:xfrm>
      </p:grpSpPr>
      <p:pic>
        <p:nvPicPr>
          <p:cNvPr id="6" name="Grafik 5" descr="Ein Bild, das Kleidung, Im Haus, Person, Schuhwerk enthält.&#10;&#10;Automatisch generierte Beschreibung">
            <a:extLst>
              <a:ext uri="{FF2B5EF4-FFF2-40B4-BE49-F238E27FC236}">
                <a16:creationId xmlns:a16="http://schemas.microsoft.com/office/drawing/2014/main" id="{E69422B0-7F7C-1743-CB3E-A2A5E0E152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53" y="1187362"/>
            <a:ext cx="12270144" cy="9254350"/>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7778187" y="0"/>
            <a:ext cx="4413813" cy="2372810"/>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005A8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sp>
        <p:nvSpPr>
          <p:cNvPr id="2" name="Titel 1"/>
          <p:cNvSpPr>
            <a:spLocks noGrp="1"/>
          </p:cNvSpPr>
          <p:nvPr>
            <p:ph type="title"/>
          </p:nvPr>
        </p:nvSpPr>
        <p:spPr>
          <a:xfrm>
            <a:off x="584518"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 y="368300"/>
            <a:ext cx="419100" cy="647700"/>
          </a:xfrm>
          <a:prstGeom prst="rect">
            <a:avLst/>
          </a:prstGeom>
        </p:spPr>
      </p:pic>
      <p:pic>
        <p:nvPicPr>
          <p:cNvPr id="5" name="Grafik 4" descr="Ein Bild, das Text, Schrift, Screenshot, Grafiken enthält.&#10;&#10;Automatisch generierte Beschreibung">
            <a:extLst>
              <a:ext uri="{FF2B5EF4-FFF2-40B4-BE49-F238E27FC236}">
                <a16:creationId xmlns:a16="http://schemas.microsoft.com/office/drawing/2014/main" id="{D3CD361C-E9D7-8EA1-11B2-62CF49494FE1}"/>
              </a:ext>
            </a:extLst>
          </p:cNvPr>
          <p:cNvPicPr>
            <a:picLocks noChangeAspect="1"/>
          </p:cNvPicPr>
          <p:nvPr userDrawn="1"/>
        </p:nvPicPr>
        <p:blipFill>
          <a:blip r:embed="rId4"/>
          <a:stretch>
            <a:fillRect/>
          </a:stretch>
        </p:blipFill>
        <p:spPr>
          <a:xfrm>
            <a:off x="9451731" y="641250"/>
            <a:ext cx="2535164" cy="900945"/>
          </a:xfrm>
          <a:prstGeom prst="rect">
            <a:avLst/>
          </a:prstGeom>
        </p:spPr>
      </p:pic>
    </p:spTree>
    <p:extLst>
      <p:ext uri="{BB962C8B-B14F-4D97-AF65-F5344CB8AC3E}">
        <p14:creationId xmlns:p14="http://schemas.microsoft.com/office/powerpoint/2010/main" val="3442402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el: WSKL m. PL4">
    <p:spTree>
      <p:nvGrpSpPr>
        <p:cNvPr id="1" name=""/>
        <p:cNvGrpSpPr/>
        <p:nvPr/>
      </p:nvGrpSpPr>
      <p:grpSpPr>
        <a:xfrm>
          <a:off x="0" y="0"/>
          <a:ext cx="0" cy="0"/>
          <a:chOff x="0" y="0"/>
          <a:chExt cx="0" cy="0"/>
        </a:xfrm>
      </p:grpSpPr>
      <p:pic>
        <p:nvPicPr>
          <p:cNvPr id="21" name="Grafik 20" descr="Ein Bild, das drinnen, Decke, Küche, Tisch enthält.&#10;&#10;Automatisch generierte Beschreibung">
            <a:extLst>
              <a:ext uri="{FF2B5EF4-FFF2-40B4-BE49-F238E27FC236}">
                <a16:creationId xmlns:a16="http://schemas.microsoft.com/office/drawing/2014/main" id="{D2AFD9B1-3EBC-412F-85E9-A7086245F0A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
            <a:ext cx="12192000" cy="6858001"/>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7778187" y="0"/>
            <a:ext cx="4413813" cy="2372810"/>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005A8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sp>
        <p:nvSpPr>
          <p:cNvPr id="2" name="Titel 1"/>
          <p:cNvSpPr>
            <a:spLocks noGrp="1"/>
          </p:cNvSpPr>
          <p:nvPr>
            <p:ph type="title"/>
          </p:nvPr>
        </p:nvSpPr>
        <p:spPr>
          <a:xfrm>
            <a:off x="587375"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368300"/>
            <a:ext cx="419100" cy="647700"/>
          </a:xfrm>
          <a:prstGeom prst="rect">
            <a:avLst/>
          </a:prstGeom>
        </p:spPr>
      </p:pic>
      <p:pic>
        <p:nvPicPr>
          <p:cNvPr id="9" name="Grafik 8" descr="Ein Bild, das Text, Schrift, Screenshot, Grafiken enthält.&#10;&#10;Automatisch generierte Beschreibung">
            <a:extLst>
              <a:ext uri="{FF2B5EF4-FFF2-40B4-BE49-F238E27FC236}">
                <a16:creationId xmlns:a16="http://schemas.microsoft.com/office/drawing/2014/main" id="{F59D6F2D-5327-73B8-394F-5AE027D9CBCE}"/>
              </a:ext>
            </a:extLst>
          </p:cNvPr>
          <p:cNvPicPr>
            <a:picLocks noChangeAspect="1"/>
          </p:cNvPicPr>
          <p:nvPr userDrawn="1"/>
        </p:nvPicPr>
        <p:blipFill>
          <a:blip r:embed="rId4"/>
          <a:stretch>
            <a:fillRect/>
          </a:stretch>
        </p:blipFill>
        <p:spPr>
          <a:xfrm>
            <a:off x="9451731" y="641250"/>
            <a:ext cx="2535164" cy="900945"/>
          </a:xfrm>
          <a:prstGeom prst="rect">
            <a:avLst/>
          </a:prstGeom>
        </p:spPr>
      </p:pic>
    </p:spTree>
    <p:extLst>
      <p:ext uri="{BB962C8B-B14F-4D97-AF65-F5344CB8AC3E}">
        <p14:creationId xmlns:p14="http://schemas.microsoft.com/office/powerpoint/2010/main" val="39854615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el: WSKL Alternative">
    <p:spTree>
      <p:nvGrpSpPr>
        <p:cNvPr id="1" name=""/>
        <p:cNvGrpSpPr/>
        <p:nvPr/>
      </p:nvGrpSpPr>
      <p:grpSpPr>
        <a:xfrm>
          <a:off x="0" y="0"/>
          <a:ext cx="0" cy="0"/>
          <a:chOff x="0" y="0"/>
          <a:chExt cx="0" cy="0"/>
        </a:xfrm>
      </p:grpSpPr>
      <p:pic>
        <p:nvPicPr>
          <p:cNvPr id="9" name="Grafik 3" descr="Ein Bild, das drinnen, Boden, Himmel, Küche enthält.&#10;&#10;Mit sehr hoher Zuverlässigkeit generierte Beschreibung">
            <a:extLst>
              <a:ext uri="{FF2B5EF4-FFF2-40B4-BE49-F238E27FC236}">
                <a16:creationId xmlns:a16="http://schemas.microsoft.com/office/drawing/2014/main" id="{0E105304-8F25-4AA0-940F-9448939499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155575"/>
            <a:ext cx="12192000" cy="6702425"/>
          </a:xfrm>
          <a:prstGeom prst="rect">
            <a:avLst/>
          </a:prstGeom>
        </p:spPr>
      </p:pic>
      <p:sp>
        <p:nvSpPr>
          <p:cNvPr id="7" name="Rechteck 3">
            <a:extLst>
              <a:ext uri="{FF2B5EF4-FFF2-40B4-BE49-F238E27FC236}">
                <a16:creationId xmlns:a16="http://schemas.microsoft.com/office/drawing/2014/main" id="{FA76BD2C-4DB0-8A41-926E-E042A924AA1E}"/>
              </a:ext>
            </a:extLst>
          </p:cNvPr>
          <p:cNvSpPr/>
          <p:nvPr userDrawn="1"/>
        </p:nvSpPr>
        <p:spPr>
          <a:xfrm>
            <a:off x="7778187" y="0"/>
            <a:ext cx="4413813" cy="2372810"/>
          </a:xfrm>
          <a:custGeom>
            <a:avLst/>
            <a:gdLst>
              <a:gd name="connsiteX0" fmla="*/ 0 w 4182319"/>
              <a:gd name="connsiteY0" fmla="*/ 0 h 2372810"/>
              <a:gd name="connsiteX1" fmla="*/ 4182319 w 4182319"/>
              <a:gd name="connsiteY1" fmla="*/ 0 h 2372810"/>
              <a:gd name="connsiteX2" fmla="*/ 4182319 w 4182319"/>
              <a:gd name="connsiteY2" fmla="*/ 2372810 h 2372810"/>
              <a:gd name="connsiteX3" fmla="*/ 0 w 4182319"/>
              <a:gd name="connsiteY3" fmla="*/ 2372810 h 2372810"/>
              <a:gd name="connsiteX4" fmla="*/ 0 w 4182319"/>
              <a:gd name="connsiteY4" fmla="*/ 0 h 2372810"/>
              <a:gd name="connsiteX0" fmla="*/ 69448 w 4251767"/>
              <a:gd name="connsiteY0" fmla="*/ 0 h 2372810"/>
              <a:gd name="connsiteX1" fmla="*/ 4251767 w 4251767"/>
              <a:gd name="connsiteY1" fmla="*/ 0 h 2372810"/>
              <a:gd name="connsiteX2" fmla="*/ 4251767 w 4251767"/>
              <a:gd name="connsiteY2" fmla="*/ 2372810 h 2372810"/>
              <a:gd name="connsiteX3" fmla="*/ 0 w 4251767"/>
              <a:gd name="connsiteY3" fmla="*/ 821803 h 2372810"/>
              <a:gd name="connsiteX4" fmla="*/ 69448 w 4251767"/>
              <a:gd name="connsiteY4" fmla="*/ 0 h 2372810"/>
              <a:gd name="connsiteX0" fmla="*/ 231494 w 4413813"/>
              <a:gd name="connsiteY0" fmla="*/ 0 h 2372810"/>
              <a:gd name="connsiteX1" fmla="*/ 4413813 w 4413813"/>
              <a:gd name="connsiteY1" fmla="*/ 0 h 2372810"/>
              <a:gd name="connsiteX2" fmla="*/ 4413813 w 4413813"/>
              <a:gd name="connsiteY2" fmla="*/ 2372810 h 2372810"/>
              <a:gd name="connsiteX3" fmla="*/ 0 w 4413813"/>
              <a:gd name="connsiteY3" fmla="*/ 1006997 h 2372810"/>
              <a:gd name="connsiteX4" fmla="*/ 231494 w 4413813"/>
              <a:gd name="connsiteY4" fmla="*/ 0 h 237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3813" h="2372810">
                <a:moveTo>
                  <a:pt x="231494" y="0"/>
                </a:moveTo>
                <a:lnTo>
                  <a:pt x="4413813" y="0"/>
                </a:lnTo>
                <a:lnTo>
                  <a:pt x="4413813" y="2372810"/>
                </a:lnTo>
                <a:lnTo>
                  <a:pt x="0" y="1006997"/>
                </a:lnTo>
                <a:lnTo>
                  <a:pt x="231494" y="0"/>
                </a:lnTo>
                <a:close/>
              </a:path>
            </a:pathLst>
          </a:custGeom>
          <a:solidFill>
            <a:schemeClr val="bg1"/>
          </a:solid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de-DE"/>
          </a:p>
        </p:txBody>
      </p:sp>
      <p:sp>
        <p:nvSpPr>
          <p:cNvPr id="10" name="Rechteck 2">
            <a:extLst>
              <a:ext uri="{FF2B5EF4-FFF2-40B4-BE49-F238E27FC236}">
                <a16:creationId xmlns:a16="http://schemas.microsoft.com/office/drawing/2014/main" id="{DADA7994-F04B-B34E-AA91-8C2038A30561}"/>
              </a:ext>
            </a:extLst>
          </p:cNvPr>
          <p:cNvSpPr/>
          <p:nvPr userDrawn="1"/>
        </p:nvSpPr>
        <p:spPr>
          <a:xfrm>
            <a:off x="0" y="0"/>
            <a:ext cx="11399520" cy="4114800"/>
          </a:xfrm>
          <a:custGeom>
            <a:avLst/>
            <a:gdLst>
              <a:gd name="connsiteX0" fmla="*/ 0 w 11399520"/>
              <a:gd name="connsiteY0" fmla="*/ 0 h 4114800"/>
              <a:gd name="connsiteX1" fmla="*/ 11399520 w 11399520"/>
              <a:gd name="connsiteY1" fmla="*/ 0 h 4114800"/>
              <a:gd name="connsiteX2" fmla="*/ 11399520 w 11399520"/>
              <a:gd name="connsiteY2" fmla="*/ 411480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67680 w 11399520"/>
              <a:gd name="connsiteY2" fmla="*/ 2143760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34729 w 11399520"/>
              <a:gd name="connsiteY2" fmla="*/ 2036668 h 4114800"/>
              <a:gd name="connsiteX3" fmla="*/ 0 w 11399520"/>
              <a:gd name="connsiteY3" fmla="*/ 4114800 h 4114800"/>
              <a:gd name="connsiteX4" fmla="*/ 0 w 11399520"/>
              <a:gd name="connsiteY4" fmla="*/ 0 h 4114800"/>
              <a:gd name="connsiteX0" fmla="*/ 0 w 11399520"/>
              <a:gd name="connsiteY0" fmla="*/ 0 h 4114800"/>
              <a:gd name="connsiteX1" fmla="*/ 11399520 w 11399520"/>
              <a:gd name="connsiteY1" fmla="*/ 0 h 4114800"/>
              <a:gd name="connsiteX2" fmla="*/ 5559443 w 11399520"/>
              <a:gd name="connsiteY2" fmla="*/ 2119046 h 4114800"/>
              <a:gd name="connsiteX3" fmla="*/ 0 w 11399520"/>
              <a:gd name="connsiteY3" fmla="*/ 4114800 h 4114800"/>
              <a:gd name="connsiteX4" fmla="*/ 0 w 11399520"/>
              <a:gd name="connsiteY4" fmla="*/ 0 h 411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9520" h="4114800">
                <a:moveTo>
                  <a:pt x="0" y="0"/>
                </a:moveTo>
                <a:lnTo>
                  <a:pt x="11399520" y="0"/>
                </a:lnTo>
                <a:lnTo>
                  <a:pt x="5559443" y="2119046"/>
                </a:lnTo>
                <a:lnTo>
                  <a:pt x="0" y="4114800"/>
                </a:lnTo>
                <a:lnTo>
                  <a:pt x="0" y="0"/>
                </a:lnTo>
                <a:close/>
              </a:path>
            </a:pathLst>
          </a:custGeom>
          <a:solidFill>
            <a:srgbClr val="005A8C"/>
          </a:solidFill>
          <a:ln>
            <a:noFill/>
          </a:ln>
        </p:spPr>
        <p:style>
          <a:lnRef idx="0">
            <a:scrgbClr r="0" g="0" b="0"/>
          </a:lnRef>
          <a:fillRef idx="0">
            <a:scrgbClr r="0" g="0" b="0"/>
          </a:fillRef>
          <a:effectRef idx="0">
            <a:scrgbClr r="0" g="0" b="0"/>
          </a:effectRef>
          <a:fontRef idx="minor">
            <a:schemeClr val="accent5"/>
          </a:fontRef>
        </p:style>
        <p:txBody>
          <a:bodyPr rtlCol="0" anchor="ctr"/>
          <a:lstStyle/>
          <a:p>
            <a:pPr algn="ctr"/>
            <a:endParaRPr lang="de-DE"/>
          </a:p>
        </p:txBody>
      </p:sp>
      <p:sp>
        <p:nvSpPr>
          <p:cNvPr id="2" name="Titel 1"/>
          <p:cNvSpPr>
            <a:spLocks noGrp="1"/>
          </p:cNvSpPr>
          <p:nvPr>
            <p:ph type="title"/>
          </p:nvPr>
        </p:nvSpPr>
        <p:spPr>
          <a:xfrm>
            <a:off x="584518" y="108318"/>
            <a:ext cx="6962775" cy="1143000"/>
          </a:xfrm>
        </p:spPr>
        <p:txBody>
          <a:bodyPr>
            <a:normAutofit/>
          </a:bodyPr>
          <a:lstStyle>
            <a:lvl1pPr>
              <a:lnSpc>
                <a:spcPct val="100000"/>
              </a:lnSpc>
              <a:defRPr sz="4000">
                <a:solidFill>
                  <a:srgbClr val="FFFFFF"/>
                </a:solidFill>
              </a:defRPr>
            </a:lvl1pPr>
          </a:lstStyle>
          <a:p>
            <a:r>
              <a:rPr lang="de-DE"/>
              <a:t>Mastertitelformat bearbeiten</a:t>
            </a:r>
          </a:p>
        </p:txBody>
      </p:sp>
      <p:pic>
        <p:nvPicPr>
          <p:cNvPr id="4" name="Grafik 3" descr="Ein Bild, das Pfeil enthält.&#10;&#10;Automatisch generierte Beschreibung">
            <a:extLst>
              <a:ext uri="{FF2B5EF4-FFF2-40B4-BE49-F238E27FC236}">
                <a16:creationId xmlns:a16="http://schemas.microsoft.com/office/drawing/2014/main" id="{6A3018BC-B1ED-4E48-8809-9D260266B0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57" y="368300"/>
            <a:ext cx="419100" cy="647700"/>
          </a:xfrm>
          <a:prstGeom prst="rect">
            <a:avLst/>
          </a:prstGeom>
        </p:spPr>
      </p:pic>
      <p:pic>
        <p:nvPicPr>
          <p:cNvPr id="5" name="Grafik 4" descr="Ein Bild, das Text, Schrift, Screenshot, Grafiken enthält.&#10;&#10;Automatisch generierte Beschreibung">
            <a:extLst>
              <a:ext uri="{FF2B5EF4-FFF2-40B4-BE49-F238E27FC236}">
                <a16:creationId xmlns:a16="http://schemas.microsoft.com/office/drawing/2014/main" id="{CE21B7BD-3E06-577E-EABC-3EF3E03A67A1}"/>
              </a:ext>
            </a:extLst>
          </p:cNvPr>
          <p:cNvPicPr>
            <a:picLocks noChangeAspect="1"/>
          </p:cNvPicPr>
          <p:nvPr userDrawn="1"/>
        </p:nvPicPr>
        <p:blipFill>
          <a:blip r:embed="rId4"/>
          <a:stretch>
            <a:fillRect/>
          </a:stretch>
        </p:blipFill>
        <p:spPr>
          <a:xfrm>
            <a:off x="9451731" y="641250"/>
            <a:ext cx="2535164" cy="900945"/>
          </a:xfrm>
          <a:prstGeom prst="rect">
            <a:avLst/>
          </a:prstGeom>
        </p:spPr>
      </p:pic>
    </p:spTree>
    <p:extLst>
      <p:ext uri="{BB962C8B-B14F-4D97-AF65-F5344CB8AC3E}">
        <p14:creationId xmlns:p14="http://schemas.microsoft.com/office/powerpoint/2010/main" val="63725256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el, 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08013" y="1520825"/>
            <a:ext cx="10979150" cy="4321175"/>
          </a:xfrm>
        </p:spPr>
        <p:txBody>
          <a:bodyPr/>
          <a:lstStyle>
            <a:lvl2pPr>
              <a:defRPr sz="1600"/>
            </a:lvl2pPr>
            <a:lvl3pPr>
              <a:defRPr sz="1400"/>
            </a:lvl3pPr>
            <a:lvl4pPr>
              <a:defRPr sz="1200"/>
            </a:lvl4pPr>
            <a:lvl5pPr>
              <a:defRPr sz="11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el 1">
            <a:extLst>
              <a:ext uri="{FF2B5EF4-FFF2-40B4-BE49-F238E27FC236}">
                <a16:creationId xmlns:a16="http://schemas.microsoft.com/office/drawing/2014/main" id="{575570F9-1547-5242-A3BE-53DCEFD33986}"/>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20032533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4" name="Textplatzhalter 3">
            <a:extLst>
              <a:ext uri="{FF2B5EF4-FFF2-40B4-BE49-F238E27FC236}">
                <a16:creationId xmlns:a16="http://schemas.microsoft.com/office/drawing/2014/main" id="{0427E8A4-724B-C142-9FC7-439E0DBAFE89}"/>
              </a:ext>
            </a:extLst>
          </p:cNvPr>
          <p:cNvSpPr>
            <a:spLocks noGrp="1"/>
          </p:cNvSpPr>
          <p:nvPr>
            <p:ph type="body" sz="quarter" idx="10"/>
          </p:nvPr>
        </p:nvSpPr>
        <p:spPr>
          <a:xfrm>
            <a:off x="608014" y="1520826"/>
            <a:ext cx="562026" cy="4321174"/>
          </a:xfrm>
        </p:spPr>
        <p:txBody>
          <a:bodyPr/>
          <a:lstStyle>
            <a:lvl1pPr>
              <a:lnSpc>
                <a:spcPct val="150000"/>
              </a:lnSpc>
              <a:defRPr sz="2000">
                <a:solidFill>
                  <a:schemeClr val="tx2"/>
                </a:solidFill>
              </a:defRPr>
            </a:lvl1pPr>
            <a:lvl2pPr>
              <a:lnSpc>
                <a:spcPct val="150000"/>
              </a:lnSpc>
              <a:defRPr sz="2000">
                <a:solidFill>
                  <a:schemeClr val="tx2"/>
                </a:solidFill>
              </a:defRPr>
            </a:lvl2pPr>
            <a:lvl3pPr>
              <a:lnSpc>
                <a:spcPct val="150000"/>
              </a:lnSpc>
              <a:defRPr sz="2000">
                <a:solidFill>
                  <a:schemeClr val="tx2"/>
                </a:solidFill>
              </a:defRPr>
            </a:lvl3pPr>
            <a:lvl4pPr>
              <a:lnSpc>
                <a:spcPct val="150000"/>
              </a:lnSpc>
              <a:defRPr sz="2000">
                <a:solidFill>
                  <a:schemeClr val="tx2"/>
                </a:solidFill>
              </a:defRPr>
            </a:lvl4pPr>
            <a:lvl5pPr>
              <a:lnSpc>
                <a:spcPct val="150000"/>
              </a:lnSpc>
              <a:defRPr sz="2000">
                <a:solidFill>
                  <a:schemeClr val="tx2"/>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extplatzhalter 5">
            <a:extLst>
              <a:ext uri="{FF2B5EF4-FFF2-40B4-BE49-F238E27FC236}">
                <a16:creationId xmlns:a16="http://schemas.microsoft.com/office/drawing/2014/main" id="{84E10E12-B593-4D4E-AD2F-D6DCDB6B73C9}"/>
              </a:ext>
            </a:extLst>
          </p:cNvPr>
          <p:cNvSpPr>
            <a:spLocks noGrp="1"/>
          </p:cNvSpPr>
          <p:nvPr>
            <p:ph type="body" sz="quarter" idx="11"/>
          </p:nvPr>
        </p:nvSpPr>
        <p:spPr>
          <a:xfrm>
            <a:off x="1307690" y="1520826"/>
            <a:ext cx="10279473" cy="4321174"/>
          </a:xfrm>
        </p:spPr>
        <p:txBody>
          <a:bodyPr/>
          <a:lstStyle>
            <a:lvl1pPr>
              <a:lnSpc>
                <a:spcPct val="150000"/>
              </a:lnSpc>
              <a:defRPr sz="2000"/>
            </a:lvl1pPr>
            <a:lvl2pPr>
              <a:lnSpc>
                <a:spcPct val="150000"/>
              </a:lnSpc>
              <a:defRPr sz="2000"/>
            </a:lvl2pPr>
            <a:lvl3pPr>
              <a:lnSpc>
                <a:spcPct val="150000"/>
              </a:lnSpc>
              <a:defRPr sz="2000"/>
            </a:lvl3pPr>
            <a:lvl4pPr>
              <a:lnSpc>
                <a:spcPct val="150000"/>
              </a:lnSpc>
              <a:defRPr sz="2000"/>
            </a:lvl4pPr>
            <a:lvl5pPr>
              <a:lnSpc>
                <a:spcPct val="150000"/>
              </a:lnSpc>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080986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el, le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317801296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Video Vollfläche">
    <p:spTree>
      <p:nvGrpSpPr>
        <p:cNvPr id="1" name=""/>
        <p:cNvGrpSpPr/>
        <p:nvPr/>
      </p:nvGrpSpPr>
      <p:grpSpPr>
        <a:xfrm>
          <a:off x="0" y="0"/>
          <a:ext cx="0" cy="0"/>
          <a:chOff x="0" y="0"/>
          <a:chExt cx="0" cy="0"/>
        </a:xfrm>
      </p:grpSpPr>
      <p:sp>
        <p:nvSpPr>
          <p:cNvPr id="4" name="Medienplatzhalter 3">
            <a:extLst>
              <a:ext uri="{FF2B5EF4-FFF2-40B4-BE49-F238E27FC236}">
                <a16:creationId xmlns:a16="http://schemas.microsoft.com/office/drawing/2014/main" id="{9BA67165-0A5A-AE4C-95D9-D99246F57EF5}"/>
              </a:ext>
            </a:extLst>
          </p:cNvPr>
          <p:cNvSpPr>
            <a:spLocks noGrp="1"/>
          </p:cNvSpPr>
          <p:nvPr>
            <p:ph type="media" sz="quarter" idx="10"/>
          </p:nvPr>
        </p:nvSpPr>
        <p:spPr>
          <a:xfrm>
            <a:off x="-147638" y="-187325"/>
            <a:ext cx="12506326" cy="7246938"/>
          </a:xfrm>
        </p:spPr>
        <p:txBody>
          <a:bodyPr/>
          <a:lstStyle/>
          <a:p>
            <a:endParaRPr lang="de-DE"/>
          </a:p>
        </p:txBody>
      </p:sp>
      <p:sp>
        <p:nvSpPr>
          <p:cNvPr id="3" name="Titel 1">
            <a:extLst>
              <a:ext uri="{FF2B5EF4-FFF2-40B4-BE49-F238E27FC236}">
                <a16:creationId xmlns:a16="http://schemas.microsoft.com/office/drawing/2014/main" id="{9A862949-0F84-E141-8032-AA23D4ED4984}"/>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21515720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ild Vollfläche">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3B72C265-2384-1047-B247-BED4E5DD8811}"/>
              </a:ext>
            </a:extLst>
          </p:cNvPr>
          <p:cNvSpPr>
            <a:spLocks noGrp="1"/>
          </p:cNvSpPr>
          <p:nvPr>
            <p:ph type="pic" sz="quarter" idx="10"/>
          </p:nvPr>
        </p:nvSpPr>
        <p:spPr>
          <a:xfrm>
            <a:off x="-196850" y="-314325"/>
            <a:ext cx="12585700" cy="7354888"/>
          </a:xfrm>
        </p:spPr>
        <p:txBody>
          <a:bodyPr/>
          <a:lstStyle/>
          <a:p>
            <a:endParaRPr lang="de-DE"/>
          </a:p>
        </p:txBody>
      </p:sp>
      <p:sp>
        <p:nvSpPr>
          <p:cNvPr id="4" name="Titel 1">
            <a:extLst>
              <a:ext uri="{FF2B5EF4-FFF2-40B4-BE49-F238E27FC236}">
                <a16:creationId xmlns:a16="http://schemas.microsoft.com/office/drawing/2014/main" id="{32D034CD-831E-F54C-9182-631D66E0F442}"/>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5996438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ild Vollfläche transparent">
    <p:bg>
      <p:bgRef idx="1001">
        <a:schemeClr val="bg1"/>
      </p:bgRef>
    </p:bg>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4DEA54DE-7E45-294C-9AFF-E577852AE665}"/>
              </a:ext>
            </a:extLst>
          </p:cNvPr>
          <p:cNvSpPr>
            <a:spLocks noGrp="1"/>
          </p:cNvSpPr>
          <p:nvPr>
            <p:ph type="pic" sz="quarter" idx="10"/>
          </p:nvPr>
        </p:nvSpPr>
        <p:spPr>
          <a:xfrm>
            <a:off x="-157163" y="-255588"/>
            <a:ext cx="12585701" cy="7305676"/>
          </a:xfrm>
        </p:spPr>
        <p:txBody>
          <a:bodyPr/>
          <a:lstStyle/>
          <a:p>
            <a:endParaRPr lang="de-DE"/>
          </a:p>
        </p:txBody>
      </p:sp>
      <p:sp>
        <p:nvSpPr>
          <p:cNvPr id="2" name="Rechteck 1">
            <a:extLst>
              <a:ext uri="{FF2B5EF4-FFF2-40B4-BE49-F238E27FC236}">
                <a16:creationId xmlns:a16="http://schemas.microsoft.com/office/drawing/2014/main" id="{15E60F35-117E-2040-B119-3E3BF2FE558D}"/>
              </a:ext>
            </a:extLst>
          </p:cNvPr>
          <p:cNvSpPr/>
          <p:nvPr userDrawn="1"/>
        </p:nvSpPr>
        <p:spPr>
          <a:xfrm>
            <a:off x="0" y="0"/>
            <a:ext cx="12192000" cy="6858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4" name="Titel 1">
            <a:extLst>
              <a:ext uri="{FF2B5EF4-FFF2-40B4-BE49-F238E27FC236}">
                <a16:creationId xmlns:a16="http://schemas.microsoft.com/office/drawing/2014/main" id="{E1F7DD75-BFBF-464C-989F-12F6AD6CF917}"/>
              </a:ext>
            </a:extLst>
          </p:cNvPr>
          <p:cNvSpPr>
            <a:spLocks noGrp="1"/>
          </p:cNvSpPr>
          <p:nvPr>
            <p:ph type="title"/>
          </p:nvPr>
        </p:nvSpPr>
        <p:spPr>
          <a:xfrm>
            <a:off x="608013" y="2513377"/>
            <a:ext cx="8373617" cy="1039092"/>
          </a:xfrm>
        </p:spPr>
        <p:txBody>
          <a:bodyPr/>
          <a:lstStyle/>
          <a:p>
            <a:r>
              <a:rPr lang="de-DE"/>
              <a:t>Mastertitelformat bearbeiten</a:t>
            </a:r>
          </a:p>
        </p:txBody>
      </p:sp>
      <p:sp>
        <p:nvSpPr>
          <p:cNvPr id="7" name="Textplatzhalter 6">
            <a:extLst>
              <a:ext uri="{FF2B5EF4-FFF2-40B4-BE49-F238E27FC236}">
                <a16:creationId xmlns:a16="http://schemas.microsoft.com/office/drawing/2014/main" id="{0FF2C474-8B02-41CF-82F2-E2EA2EB7DB0C}"/>
              </a:ext>
            </a:extLst>
          </p:cNvPr>
          <p:cNvSpPr>
            <a:spLocks noGrp="1"/>
          </p:cNvSpPr>
          <p:nvPr>
            <p:ph type="body" sz="quarter" idx="11" hasCustomPrompt="1"/>
          </p:nvPr>
        </p:nvSpPr>
        <p:spPr>
          <a:xfrm>
            <a:off x="1156531" y="4492499"/>
            <a:ext cx="3470275" cy="1968122"/>
          </a:xfrm>
        </p:spPr>
        <p:txBody>
          <a:bodyPr/>
          <a:lstStyle>
            <a:lvl1pPr>
              <a:defRPr/>
            </a:lvl1pPr>
          </a:lstStyle>
          <a:p>
            <a:pPr algn="ctr"/>
            <a:r>
              <a:rPr lang="de-DE"/>
              <a:t>Das gewünschte Bild über den Platzhalter einfügen. Bild markieren, Transparenz über Bildformat -&gt; Transparenz auf 65 % stellen. Bitte nur die vorgegebene Überschrift („Titel hinzufügen“) verwenden, diese Box löschen.</a:t>
            </a:r>
          </a:p>
          <a:p>
            <a:pPr lvl="4"/>
            <a:endParaRPr lang="de-DE"/>
          </a:p>
        </p:txBody>
      </p:sp>
    </p:spTree>
    <p:extLst>
      <p:ext uri="{BB962C8B-B14F-4D97-AF65-F5344CB8AC3E}">
        <p14:creationId xmlns:p14="http://schemas.microsoft.com/office/powerpoint/2010/main" val="1611300569"/>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el, Zwischenüberschrift, Inhalt">
    <p:spTree>
      <p:nvGrpSpPr>
        <p:cNvPr id="1" name=""/>
        <p:cNvGrpSpPr/>
        <p:nvPr/>
      </p:nvGrpSpPr>
      <p:grpSpPr>
        <a:xfrm>
          <a:off x="0" y="0"/>
          <a:ext cx="0" cy="0"/>
          <a:chOff x="0" y="0"/>
          <a:chExt cx="0" cy="0"/>
        </a:xfrm>
      </p:grpSpPr>
      <p:sp>
        <p:nvSpPr>
          <p:cNvPr id="9" name="Inhaltsplatzhalter 2"/>
          <p:cNvSpPr>
            <a:spLocks noGrp="1"/>
          </p:cNvSpPr>
          <p:nvPr>
            <p:ph idx="1"/>
          </p:nvPr>
        </p:nvSpPr>
        <p:spPr>
          <a:xfrm>
            <a:off x="608013" y="1855255"/>
            <a:ext cx="10979150" cy="3986745"/>
          </a:xfrm>
        </p:spPr>
        <p:txBody>
          <a:bodyPr/>
          <a:lstStyle>
            <a:lvl2pPr>
              <a:defRPr sz="1600"/>
            </a:lvl2pPr>
            <a:lvl3pPr>
              <a:defRPr sz="1400"/>
            </a:lvl3pPr>
            <a:lvl4pPr>
              <a:defRPr sz="1200"/>
            </a:lvl4pPr>
            <a:lvl5pPr>
              <a:defRPr sz="11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2"/>
          <p:cNvSpPr>
            <a:spLocks noGrp="1"/>
          </p:cNvSpPr>
          <p:nvPr>
            <p:ph type="body" idx="13"/>
          </p:nvPr>
        </p:nvSpPr>
        <p:spPr>
          <a:xfrm>
            <a:off x="609599" y="1520825"/>
            <a:ext cx="10977563" cy="334430"/>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5" name="Titel 1">
            <a:extLst>
              <a:ext uri="{FF2B5EF4-FFF2-40B4-BE49-F238E27FC236}">
                <a16:creationId xmlns:a16="http://schemas.microsoft.com/office/drawing/2014/main" id="{46CF3068-F347-3544-9F9B-4C3449561DAD}"/>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172047885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itel,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4"/>
            <a:ext cx="5410200" cy="4321175"/>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520826"/>
            <a:ext cx="5410200" cy="4321174"/>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1766606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el, zwei Inhalte, zwei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5"/>
            <a:ext cx="5410200" cy="1205122"/>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520825"/>
            <a:ext cx="5410200" cy="1205122"/>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Bildplatzhalter 5">
            <a:extLst>
              <a:ext uri="{FF2B5EF4-FFF2-40B4-BE49-F238E27FC236}">
                <a16:creationId xmlns:a16="http://schemas.microsoft.com/office/drawing/2014/main" id="{AD73CD91-0BC1-C04A-A752-31B525E73BEF}"/>
              </a:ext>
            </a:extLst>
          </p:cNvPr>
          <p:cNvSpPr>
            <a:spLocks noGrp="1"/>
          </p:cNvSpPr>
          <p:nvPr>
            <p:ph type="pic" sz="quarter" idx="10"/>
          </p:nvPr>
        </p:nvSpPr>
        <p:spPr>
          <a:xfrm>
            <a:off x="608013" y="2803525"/>
            <a:ext cx="5411787" cy="3038475"/>
          </a:xfrm>
        </p:spPr>
        <p:txBody>
          <a:bodyPr/>
          <a:lstStyle/>
          <a:p>
            <a:endParaRPr lang="de-DE"/>
          </a:p>
        </p:txBody>
      </p:sp>
      <p:sp>
        <p:nvSpPr>
          <p:cNvPr id="7" name="Bildplatzhalter 5">
            <a:extLst>
              <a:ext uri="{FF2B5EF4-FFF2-40B4-BE49-F238E27FC236}">
                <a16:creationId xmlns:a16="http://schemas.microsoft.com/office/drawing/2014/main" id="{CCE80233-1609-7E49-9157-D326B9449999}"/>
              </a:ext>
            </a:extLst>
          </p:cNvPr>
          <p:cNvSpPr>
            <a:spLocks noGrp="1"/>
          </p:cNvSpPr>
          <p:nvPr>
            <p:ph type="pic" sz="quarter" idx="11"/>
          </p:nvPr>
        </p:nvSpPr>
        <p:spPr>
          <a:xfrm>
            <a:off x="6172200" y="2801039"/>
            <a:ext cx="5411787" cy="3038475"/>
          </a:xfrm>
        </p:spPr>
        <p:txBody>
          <a:bodyPr/>
          <a:lstStyle/>
          <a:p>
            <a:endParaRPr lang="de-DE"/>
          </a:p>
        </p:txBody>
      </p:sp>
    </p:spTree>
    <p:extLst>
      <p:ext uri="{BB962C8B-B14F-4D97-AF65-F5344CB8AC3E}">
        <p14:creationId xmlns:p14="http://schemas.microsoft.com/office/powerpoint/2010/main" val="370376142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Titel, zwei Zwischenüberschriften,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Mastertitelformat bearbeiten</a:t>
            </a:r>
          </a:p>
        </p:txBody>
      </p:sp>
      <p:sp>
        <p:nvSpPr>
          <p:cNvPr id="3" name="Textplatzhalter 2"/>
          <p:cNvSpPr>
            <a:spLocks noGrp="1"/>
          </p:cNvSpPr>
          <p:nvPr>
            <p:ph type="body" idx="1"/>
          </p:nvPr>
        </p:nvSpPr>
        <p:spPr>
          <a:xfrm>
            <a:off x="609600" y="1530893"/>
            <a:ext cx="5386388"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609600" y="1855255"/>
            <a:ext cx="5386388" cy="3986745"/>
          </a:xfrm>
        </p:spPr>
        <p:txBody>
          <a:bodyPr>
            <a:normAutofit/>
          </a:bodyPr>
          <a:lstStyle>
            <a:lvl1pPr>
              <a:defRPr sz="1700">
                <a:solidFill>
                  <a:srgbClr val="706F6F"/>
                </a:solidFill>
              </a:defRPr>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92838" y="1530893"/>
            <a:ext cx="5389562"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6192838" y="1855256"/>
            <a:ext cx="5389562" cy="3986744"/>
          </a:xfrm>
        </p:spPr>
        <p:txBody>
          <a:bodyPr>
            <a:normAutofit/>
          </a:bodyPr>
          <a:lstStyle>
            <a:lvl1pPr>
              <a:defRPr sz="1700"/>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42634088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el, zwei Zwischenüberschriften, zwei Inhalte, zwei Bilder">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Mastertitelformat bearbeiten</a:t>
            </a:r>
          </a:p>
        </p:txBody>
      </p:sp>
      <p:sp>
        <p:nvSpPr>
          <p:cNvPr id="3" name="Textplatzhalter 2"/>
          <p:cNvSpPr>
            <a:spLocks noGrp="1"/>
          </p:cNvSpPr>
          <p:nvPr>
            <p:ph type="body" idx="1"/>
          </p:nvPr>
        </p:nvSpPr>
        <p:spPr>
          <a:xfrm>
            <a:off x="609600" y="1530893"/>
            <a:ext cx="5386388"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p:cNvSpPr>
            <a:spLocks noGrp="1"/>
          </p:cNvSpPr>
          <p:nvPr>
            <p:ph sz="half" idx="2"/>
          </p:nvPr>
        </p:nvSpPr>
        <p:spPr>
          <a:xfrm>
            <a:off x="609600" y="1855256"/>
            <a:ext cx="5386388" cy="1448662"/>
          </a:xfrm>
        </p:spPr>
        <p:txBody>
          <a:bodyPr>
            <a:normAutofit/>
          </a:bodyPr>
          <a:lstStyle>
            <a:lvl1pPr>
              <a:defRPr sz="1700">
                <a:solidFill>
                  <a:srgbClr val="706F6F"/>
                </a:solidFill>
              </a:defRPr>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92838" y="1530893"/>
            <a:ext cx="5389562"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p:cNvSpPr>
            <a:spLocks noGrp="1"/>
          </p:cNvSpPr>
          <p:nvPr>
            <p:ph sz="quarter" idx="4"/>
          </p:nvPr>
        </p:nvSpPr>
        <p:spPr>
          <a:xfrm>
            <a:off x="6192838" y="1855256"/>
            <a:ext cx="5389562" cy="1448662"/>
          </a:xfrm>
        </p:spPr>
        <p:txBody>
          <a:bodyPr>
            <a:normAutofit/>
          </a:bodyPr>
          <a:lstStyle>
            <a:lvl1pPr>
              <a:defRPr sz="1700"/>
            </a:lvl1pPr>
            <a:lvl2pPr>
              <a:defRPr sz="1700"/>
            </a:lvl2pPr>
            <a:lvl3pPr>
              <a:defRPr sz="1600"/>
            </a:lvl3pPr>
            <a:lvl4pPr>
              <a:defRPr sz="1400"/>
            </a:lvl4pPr>
            <a:lvl5pPr>
              <a:defRPr sz="14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Bildplatzhalter 5">
            <a:extLst>
              <a:ext uri="{FF2B5EF4-FFF2-40B4-BE49-F238E27FC236}">
                <a16:creationId xmlns:a16="http://schemas.microsoft.com/office/drawing/2014/main" id="{6491D70F-E888-4045-868A-9A934BA5D9A7}"/>
              </a:ext>
            </a:extLst>
          </p:cNvPr>
          <p:cNvSpPr>
            <a:spLocks noGrp="1"/>
          </p:cNvSpPr>
          <p:nvPr>
            <p:ph type="pic" sz="quarter" idx="10"/>
          </p:nvPr>
        </p:nvSpPr>
        <p:spPr>
          <a:xfrm>
            <a:off x="608013" y="3303918"/>
            <a:ext cx="5391149" cy="2538081"/>
          </a:xfrm>
        </p:spPr>
        <p:txBody>
          <a:bodyPr/>
          <a:lstStyle/>
          <a:p>
            <a:endParaRPr lang="de-DE"/>
          </a:p>
        </p:txBody>
      </p:sp>
      <p:sp>
        <p:nvSpPr>
          <p:cNvPr id="8" name="Bildplatzhalter 5">
            <a:extLst>
              <a:ext uri="{FF2B5EF4-FFF2-40B4-BE49-F238E27FC236}">
                <a16:creationId xmlns:a16="http://schemas.microsoft.com/office/drawing/2014/main" id="{5D14193D-5D40-264C-A68B-F249B26F8F52}"/>
              </a:ext>
            </a:extLst>
          </p:cNvPr>
          <p:cNvSpPr>
            <a:spLocks noGrp="1"/>
          </p:cNvSpPr>
          <p:nvPr>
            <p:ph type="pic" sz="quarter" idx="11"/>
          </p:nvPr>
        </p:nvSpPr>
        <p:spPr>
          <a:xfrm>
            <a:off x="6197601" y="3303918"/>
            <a:ext cx="5384799" cy="2538082"/>
          </a:xfrm>
        </p:spPr>
        <p:txBody>
          <a:bodyPr/>
          <a:lstStyle/>
          <a:p>
            <a:endParaRPr lang="de-DE"/>
          </a:p>
        </p:txBody>
      </p:sp>
    </p:spTree>
    <p:extLst>
      <p:ext uri="{BB962C8B-B14F-4D97-AF65-F5344CB8AC3E}">
        <p14:creationId xmlns:p14="http://schemas.microsoft.com/office/powerpoint/2010/main" val="308140096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el, 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520824"/>
            <a:ext cx="3571337" cy="4321176"/>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10331" y="1520824"/>
            <a:ext cx="3571337" cy="4321176"/>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Inhaltsplatzhalter 3">
            <a:extLst>
              <a:ext uri="{FF2B5EF4-FFF2-40B4-BE49-F238E27FC236}">
                <a16:creationId xmlns:a16="http://schemas.microsoft.com/office/drawing/2014/main" id="{FFAE8A9E-ED85-DB4D-87FB-03F3ACC9F281}"/>
              </a:ext>
            </a:extLst>
          </p:cNvPr>
          <p:cNvSpPr>
            <a:spLocks noGrp="1"/>
          </p:cNvSpPr>
          <p:nvPr>
            <p:ph sz="half" idx="10"/>
          </p:nvPr>
        </p:nvSpPr>
        <p:spPr>
          <a:xfrm>
            <a:off x="8011063" y="1520824"/>
            <a:ext cx="3571337" cy="4321176"/>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25361344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el, drei Zwischenüberschriften, 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609600" y="1841477"/>
            <a:ext cx="3571337" cy="4000523"/>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extplatzhalter 2">
            <a:extLst>
              <a:ext uri="{FF2B5EF4-FFF2-40B4-BE49-F238E27FC236}">
                <a16:creationId xmlns:a16="http://schemas.microsoft.com/office/drawing/2014/main" id="{82D0E903-7614-A140-B92F-52362A32047D}"/>
              </a:ext>
            </a:extLst>
          </p:cNvPr>
          <p:cNvSpPr>
            <a:spLocks noGrp="1"/>
          </p:cNvSpPr>
          <p:nvPr>
            <p:ph type="body" idx="11"/>
          </p:nvPr>
        </p:nvSpPr>
        <p:spPr>
          <a:xfrm>
            <a:off x="609600" y="1520825"/>
            <a:ext cx="3571336" cy="334430"/>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9" name="Inhaltsplatzhalter 2">
            <a:extLst>
              <a:ext uri="{FF2B5EF4-FFF2-40B4-BE49-F238E27FC236}">
                <a16:creationId xmlns:a16="http://schemas.microsoft.com/office/drawing/2014/main" id="{8B47C00C-BFF4-4BD6-B6A4-82489757A7C5}"/>
              </a:ext>
            </a:extLst>
          </p:cNvPr>
          <p:cNvSpPr>
            <a:spLocks noGrp="1"/>
          </p:cNvSpPr>
          <p:nvPr>
            <p:ph sz="half" idx="12"/>
          </p:nvPr>
        </p:nvSpPr>
        <p:spPr>
          <a:xfrm>
            <a:off x="8011063" y="1831409"/>
            <a:ext cx="3571337" cy="4010591"/>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2">
            <a:extLst>
              <a:ext uri="{FF2B5EF4-FFF2-40B4-BE49-F238E27FC236}">
                <a16:creationId xmlns:a16="http://schemas.microsoft.com/office/drawing/2014/main" id="{94F6C2CB-1D01-4FCA-9749-F27FA0BD4D89}"/>
              </a:ext>
            </a:extLst>
          </p:cNvPr>
          <p:cNvSpPr>
            <a:spLocks noGrp="1"/>
          </p:cNvSpPr>
          <p:nvPr>
            <p:ph type="body" idx="13"/>
          </p:nvPr>
        </p:nvSpPr>
        <p:spPr>
          <a:xfrm>
            <a:off x="8011063" y="1520825"/>
            <a:ext cx="3571336"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1" name="Inhaltsplatzhalter 2">
            <a:extLst>
              <a:ext uri="{FF2B5EF4-FFF2-40B4-BE49-F238E27FC236}">
                <a16:creationId xmlns:a16="http://schemas.microsoft.com/office/drawing/2014/main" id="{89BA9899-8531-4F70-AD2C-B9B45E1F981E}"/>
              </a:ext>
            </a:extLst>
          </p:cNvPr>
          <p:cNvSpPr>
            <a:spLocks noGrp="1"/>
          </p:cNvSpPr>
          <p:nvPr>
            <p:ph sz="half" idx="14"/>
          </p:nvPr>
        </p:nvSpPr>
        <p:spPr>
          <a:xfrm>
            <a:off x="4310331" y="1831409"/>
            <a:ext cx="3571337" cy="4010591"/>
          </a:xfrm>
        </p:spPr>
        <p:txBody>
          <a:bodyPr>
            <a:normAutofit/>
          </a:bodyPr>
          <a:lstStyle>
            <a:lvl1pPr>
              <a:defRPr sz="1700"/>
            </a:lvl1pPr>
            <a:lvl2pPr>
              <a:defRPr sz="1700"/>
            </a:lvl2pPr>
            <a:lvl3pPr>
              <a:defRPr sz="1600"/>
            </a:lvl3pPr>
            <a:lvl4pPr>
              <a:defRPr sz="1400"/>
            </a:lvl4pPr>
            <a:lvl5pPr>
              <a:defRPr sz="1400"/>
            </a:lvl5pPr>
            <a:lvl6pPr>
              <a:defRPr sz="1800"/>
            </a:lvl6pPr>
            <a:lvl7pPr>
              <a:defRPr sz="1800"/>
            </a:lvl7pPr>
            <a:lvl8pPr>
              <a:defRPr sz="1800"/>
            </a:lvl8pPr>
            <a:lvl9pPr>
              <a:defRPr sz="1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2" name="Textplatzhalter 2">
            <a:extLst>
              <a:ext uri="{FF2B5EF4-FFF2-40B4-BE49-F238E27FC236}">
                <a16:creationId xmlns:a16="http://schemas.microsoft.com/office/drawing/2014/main" id="{3CA51ED2-ABDA-4C93-A262-E3E7B17C64C4}"/>
              </a:ext>
            </a:extLst>
          </p:cNvPr>
          <p:cNvSpPr>
            <a:spLocks noGrp="1"/>
          </p:cNvSpPr>
          <p:nvPr>
            <p:ph type="body" idx="15"/>
          </p:nvPr>
        </p:nvSpPr>
        <p:spPr>
          <a:xfrm>
            <a:off x="4310331" y="1520825"/>
            <a:ext cx="3571336" cy="324362"/>
          </a:xfrm>
        </p:spPr>
        <p:txBody>
          <a:bodyPr anchor="b">
            <a:noAutofit/>
          </a:bodyPr>
          <a:lstStyle>
            <a:lvl1pPr marL="0" indent="0">
              <a:buNone/>
              <a:defRPr sz="1700" b="0" cap="all" baseline="0">
                <a:solidFill>
                  <a:srgbClr val="32B9B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Tree>
    <p:extLst>
      <p:ext uri="{BB962C8B-B14F-4D97-AF65-F5344CB8AC3E}">
        <p14:creationId xmlns:p14="http://schemas.microsoft.com/office/powerpoint/2010/main" val="301008372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ild mit Beschriftung">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585788" y="1520825"/>
            <a:ext cx="7827962" cy="43150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640763" y="1520826"/>
            <a:ext cx="2946400" cy="4315064"/>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5" name="Titel 1">
            <a:extLst>
              <a:ext uri="{FF2B5EF4-FFF2-40B4-BE49-F238E27FC236}">
                <a16:creationId xmlns:a16="http://schemas.microsoft.com/office/drawing/2014/main" id="{D041A20A-43F5-C94E-9CA6-0C1F8A5BF50B}"/>
              </a:ext>
            </a:extLst>
          </p:cNvPr>
          <p:cNvSpPr>
            <a:spLocks noGrp="1"/>
          </p:cNvSpPr>
          <p:nvPr>
            <p:ph type="title"/>
          </p:nvPr>
        </p:nvSpPr>
        <p:spPr>
          <a:xfrm>
            <a:off x="608013" y="101680"/>
            <a:ext cx="10979150" cy="1143001"/>
          </a:xfrm>
        </p:spPr>
        <p:txBody>
          <a:bodyPr/>
          <a:lstStyle/>
          <a:p>
            <a:r>
              <a:rPr lang="de-DE"/>
              <a:t>Mastertitelformat bearbeiten</a:t>
            </a:r>
          </a:p>
        </p:txBody>
      </p:sp>
    </p:spTree>
    <p:extLst>
      <p:ext uri="{BB962C8B-B14F-4D97-AF65-F5344CB8AC3E}">
        <p14:creationId xmlns:p14="http://schemas.microsoft.com/office/powerpoint/2010/main" val="251069719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Textplatzhalter 11"/>
          <p:cNvSpPr>
            <a:spLocks noGrp="1"/>
          </p:cNvSpPr>
          <p:nvPr>
            <p:ph type="body" sz="quarter" idx="15" hasCustomPrompt="1"/>
          </p:nvPr>
        </p:nvSpPr>
        <p:spPr>
          <a:xfrm>
            <a:off x="3032037" y="3016051"/>
            <a:ext cx="8236207" cy="531466"/>
          </a:xfrm>
        </p:spPr>
        <p:txBody>
          <a:bodyPr>
            <a:normAutofit/>
          </a:bodyPr>
          <a:lstStyle>
            <a:lvl1pPr marL="0" indent="0">
              <a:buFont typeface="Arial" panose="020B0604020202020204" pitchFamily="34" charset="0"/>
              <a:buNone/>
              <a:defRPr lang="de-DE" sz="2400" b="1" i="1" spc="90" baseline="0" dirty="0" smtClean="0">
                <a:solidFill>
                  <a:schemeClr val="accent1"/>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Name</a:t>
            </a:r>
          </a:p>
        </p:txBody>
      </p:sp>
      <p:sp>
        <p:nvSpPr>
          <p:cNvPr id="4" name="Textplatzhalter 11"/>
          <p:cNvSpPr>
            <a:spLocks noGrp="1"/>
          </p:cNvSpPr>
          <p:nvPr>
            <p:ph type="body" sz="quarter" idx="16" hasCustomPrompt="1"/>
          </p:nvPr>
        </p:nvSpPr>
        <p:spPr>
          <a:xfrm>
            <a:off x="3032036" y="5208557"/>
            <a:ext cx="8236207" cy="508178"/>
          </a:xfrm>
        </p:spPr>
        <p:txBody>
          <a:bodyPr>
            <a:normAutofit/>
          </a:bodyPr>
          <a:lstStyle>
            <a:lvl1pPr marL="0" indent="0">
              <a:buFont typeface="Arial" panose="020B0604020202020204" pitchFamily="34" charset="0"/>
              <a:buNone/>
              <a:defRPr lang="de-DE" sz="1800" i="1" spc="90" baseline="0" dirty="0" smtClean="0">
                <a:solidFill>
                  <a:schemeClr val="accent2"/>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mail@smartfactory.de</a:t>
            </a:r>
          </a:p>
        </p:txBody>
      </p:sp>
      <p:sp>
        <p:nvSpPr>
          <p:cNvPr id="5" name="Textplatzhalter 11"/>
          <p:cNvSpPr>
            <a:spLocks noGrp="1"/>
          </p:cNvSpPr>
          <p:nvPr>
            <p:ph type="body" sz="quarter" idx="17" hasCustomPrompt="1"/>
          </p:nvPr>
        </p:nvSpPr>
        <p:spPr>
          <a:xfrm>
            <a:off x="3032036" y="3387097"/>
            <a:ext cx="8236207" cy="408215"/>
          </a:xfrm>
        </p:spPr>
        <p:txBody>
          <a:bodyPr>
            <a:normAutofit/>
          </a:bodyPr>
          <a:lstStyle>
            <a:lvl1pPr marL="0" indent="0" algn="l">
              <a:lnSpc>
                <a:spcPct val="100000"/>
              </a:lnSpc>
              <a:spcBef>
                <a:spcPts val="0"/>
              </a:spcBef>
              <a:buFont typeface="Arial" panose="020B0604020202020204" pitchFamily="34" charset="0"/>
              <a:buNone/>
              <a:defRPr lang="de-DE" sz="1700" cap="all" spc="90" baseline="0" dirty="0" smtClean="0">
                <a:solidFill>
                  <a:schemeClr val="accent2"/>
                </a:solidFill>
                <a:latin typeface="Calibri" panose="020F0502020204030204" pitchFamily="34" charset="0"/>
                <a:ea typeface="Roboto Lt" pitchFamily="2" charset="0"/>
                <a:cs typeface="Calibri" panose="020F0502020204030204" pitchFamily="34" charset="0"/>
              </a:defRPr>
            </a:lvl1pPr>
            <a:lvl2pPr marL="342892" indent="0">
              <a:buNone/>
              <a:defRPr lang="de-DE" dirty="0" smtClean="0"/>
            </a:lvl2pPr>
            <a:lvl3pPr marL="685783" indent="0">
              <a:buNone/>
              <a:defRPr lang="de-DE" dirty="0" smtClean="0"/>
            </a:lvl3pPr>
            <a:lvl4pPr marL="1028675" indent="0">
              <a:buNone/>
              <a:defRPr lang="de-DE" dirty="0" smtClean="0"/>
            </a:lvl4pPr>
            <a:lvl5pPr marL="1371566" indent="0">
              <a:buNone/>
              <a:defRPr lang="de-DE" dirty="0"/>
            </a:lvl5pPr>
          </a:lstStyle>
          <a:p>
            <a:pPr lvl="0"/>
            <a:r>
              <a:rPr lang="de-DE"/>
              <a:t>FUNKTION / AUFGABE</a:t>
            </a:r>
          </a:p>
        </p:txBody>
      </p:sp>
      <p:sp>
        <p:nvSpPr>
          <p:cNvPr id="6" name="Bildplatzhalter 9"/>
          <p:cNvSpPr>
            <a:spLocks noGrp="1"/>
          </p:cNvSpPr>
          <p:nvPr>
            <p:ph type="pic" sz="quarter" idx="14"/>
          </p:nvPr>
        </p:nvSpPr>
        <p:spPr>
          <a:xfrm>
            <a:off x="585788" y="3075328"/>
            <a:ext cx="1864478" cy="2462384"/>
          </a:xfrm>
          <a:ln w="3175">
            <a:solidFill>
              <a:schemeClr val="bg2">
                <a:lumMod val="90000"/>
              </a:schemeClr>
            </a:solidFill>
          </a:ln>
        </p:spPr>
        <p:txBody>
          <a:bodyPr>
            <a:normAutofit/>
          </a:bodyPr>
          <a:lstStyle>
            <a:lvl1pPr>
              <a:defRPr sz="1200"/>
            </a:lvl1pPr>
          </a:lstStyle>
          <a:p>
            <a:r>
              <a:rPr lang="de-DE"/>
              <a:t>Bild durch Klicken auf Symbol hinzufügen</a:t>
            </a:r>
          </a:p>
        </p:txBody>
      </p:sp>
      <p:sp>
        <p:nvSpPr>
          <p:cNvPr id="7" name="Rechteck 6"/>
          <p:cNvSpPr/>
          <p:nvPr userDrawn="1"/>
        </p:nvSpPr>
        <p:spPr>
          <a:xfrm>
            <a:off x="3020326" y="3885838"/>
            <a:ext cx="5393424" cy="923330"/>
          </a:xfrm>
          <a:prstGeom prst="rect">
            <a:avLst/>
          </a:prstGeom>
        </p:spPr>
        <p:txBody>
          <a:bodyPr wrap="square">
            <a:spAutoFit/>
          </a:bodyPr>
          <a:lstStyle/>
          <a:p>
            <a:pPr>
              <a:spcAft>
                <a:spcPts val="0"/>
              </a:spcAft>
            </a:pPr>
            <a:r>
              <a:rPr lang="de-DE" sz="1800" spc="90" baseline="0">
                <a:solidFill>
                  <a:schemeClr val="accent4"/>
                </a:solidFill>
                <a:latin typeface="Calibri" panose="020F0502020204030204" pitchFamily="34" charset="0"/>
                <a:cs typeface="Calibri" panose="020F0502020204030204" pitchFamily="34" charset="0"/>
              </a:rPr>
              <a:t>Technologie-Initiative </a:t>
            </a:r>
            <a:r>
              <a:rPr lang="de-DE" sz="1800" spc="90" baseline="0" err="1">
                <a:solidFill>
                  <a:schemeClr val="accent4"/>
                </a:solidFill>
                <a:latin typeface="Calibri" panose="020F0502020204030204" pitchFamily="34" charset="0"/>
                <a:cs typeface="Calibri" panose="020F0502020204030204" pitchFamily="34" charset="0"/>
              </a:rPr>
              <a:t>SmartFactory</a:t>
            </a:r>
            <a:r>
              <a:rPr lang="de-DE" sz="1800" spc="90" baseline="0">
                <a:solidFill>
                  <a:schemeClr val="accent4"/>
                </a:solidFill>
                <a:latin typeface="Calibri" panose="020F0502020204030204" pitchFamily="34" charset="0"/>
                <a:cs typeface="Calibri" panose="020F0502020204030204" pitchFamily="34" charset="0"/>
              </a:rPr>
              <a:t> KL e.</a:t>
            </a:r>
            <a:r>
              <a:rPr lang="de-DE" sz="1800" spc="-150" baseline="0">
                <a:solidFill>
                  <a:schemeClr val="accent4"/>
                </a:solidFill>
                <a:latin typeface="Calibri" panose="020F0502020204030204" pitchFamily="34" charset="0"/>
                <a:cs typeface="Calibri" panose="020F0502020204030204" pitchFamily="34" charset="0"/>
              </a:rPr>
              <a:t> </a:t>
            </a:r>
            <a:r>
              <a:rPr lang="de-DE" sz="1800" spc="90" baseline="0">
                <a:solidFill>
                  <a:schemeClr val="accent4"/>
                </a:solidFill>
                <a:latin typeface="Calibri" panose="020F0502020204030204" pitchFamily="34" charset="0"/>
                <a:cs typeface="Calibri" panose="020F0502020204030204" pitchFamily="34" charset="0"/>
              </a:rPr>
              <a:t>V. </a:t>
            </a:r>
          </a:p>
          <a:p>
            <a:pPr>
              <a:spcAft>
                <a:spcPts val="0"/>
              </a:spcAft>
            </a:pPr>
            <a:r>
              <a:rPr lang="de-DE" sz="1800" spc="90" baseline="0" err="1">
                <a:solidFill>
                  <a:schemeClr val="accent4"/>
                </a:solidFill>
                <a:latin typeface="Calibri" panose="020F0502020204030204" pitchFamily="34" charset="0"/>
                <a:cs typeface="Calibri" panose="020F0502020204030204" pitchFamily="34" charset="0"/>
              </a:rPr>
              <a:t>Trippstadter</a:t>
            </a:r>
            <a:r>
              <a:rPr lang="de-DE" sz="1800" spc="90" baseline="0">
                <a:solidFill>
                  <a:schemeClr val="accent4"/>
                </a:solidFill>
                <a:latin typeface="Calibri" panose="020F0502020204030204" pitchFamily="34" charset="0"/>
                <a:cs typeface="Calibri" panose="020F0502020204030204" pitchFamily="34" charset="0"/>
              </a:rPr>
              <a:t> Straße 122</a:t>
            </a:r>
          </a:p>
          <a:p>
            <a:pPr>
              <a:spcAft>
                <a:spcPts val="0"/>
              </a:spcAft>
            </a:pPr>
            <a:r>
              <a:rPr lang="de-DE" sz="1800" spc="90" baseline="0">
                <a:solidFill>
                  <a:schemeClr val="accent4"/>
                </a:solidFill>
                <a:latin typeface="Calibri" panose="020F0502020204030204" pitchFamily="34" charset="0"/>
                <a:cs typeface="Calibri" panose="020F0502020204030204" pitchFamily="34" charset="0"/>
              </a:rPr>
              <a:t>67663 Kaiserslautern</a:t>
            </a:r>
          </a:p>
        </p:txBody>
      </p:sp>
    </p:spTree>
    <p:extLst>
      <p:ext uri="{BB962C8B-B14F-4D97-AF65-F5344CB8AC3E}">
        <p14:creationId xmlns:p14="http://schemas.microsoft.com/office/powerpoint/2010/main" val="3555371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image" Target="../media/image1.png"/><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image" Target="../media/image2.png"/><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theme" Target="../theme/theme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image" Target="../media/image10.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3" Type="http://schemas.openxmlformats.org/officeDocument/2006/relationships/slideLayout" Target="../slideLayouts/slideLayout40.xml"/><Relationship Id="rId21" Type="http://schemas.openxmlformats.org/officeDocument/2006/relationships/image" Target="../media/image2.png"/><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image" Target="../media/image1.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image" Target="../media/image11.png"/><Relationship Id="rId10" Type="http://schemas.openxmlformats.org/officeDocument/2006/relationships/slideLayout" Target="../slideLayouts/slideLayout47.xml"/><Relationship Id="rId19" Type="http://schemas.openxmlformats.org/officeDocument/2006/relationships/theme" Target="../theme/theme3.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18" Type="http://schemas.openxmlformats.org/officeDocument/2006/relationships/slideLayout" Target="../slideLayouts/slideLayout73.xml"/><Relationship Id="rId3" Type="http://schemas.openxmlformats.org/officeDocument/2006/relationships/slideLayout" Target="../slideLayouts/slideLayout58.xml"/><Relationship Id="rId21" Type="http://schemas.openxmlformats.org/officeDocument/2006/relationships/image" Target="../media/image11.png"/><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image" Target="../media/image2.png"/><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10" Type="http://schemas.openxmlformats.org/officeDocument/2006/relationships/slideLayout" Target="../slideLayouts/slideLayout65.xml"/><Relationship Id="rId19" Type="http://schemas.openxmlformats.org/officeDocument/2006/relationships/theme" Target="../theme/theme4.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58709A8-501E-264A-8352-50884CEFC3DE}"/>
              </a:ext>
            </a:extLst>
          </p:cNvPr>
          <p:cNvSpPr/>
          <p:nvPr userDrawn="1"/>
        </p:nvSpPr>
        <p:spPr>
          <a:xfrm>
            <a:off x="3483864" y="6565611"/>
            <a:ext cx="8708135" cy="292389"/>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effectLst/>
            </a:endParaRPr>
          </a:p>
        </p:txBody>
      </p:sp>
      <p:sp>
        <p:nvSpPr>
          <p:cNvPr id="7" name="Rechteck 6">
            <a:extLst>
              <a:ext uri="{FF2B5EF4-FFF2-40B4-BE49-F238E27FC236}">
                <a16:creationId xmlns:a16="http://schemas.microsoft.com/office/drawing/2014/main" id="{930E90EA-1026-3D4E-8331-923D23E996FB}"/>
              </a:ext>
            </a:extLst>
          </p:cNvPr>
          <p:cNvSpPr/>
          <p:nvPr userDrawn="1"/>
        </p:nvSpPr>
        <p:spPr>
          <a:xfrm>
            <a:off x="0" y="6391661"/>
            <a:ext cx="4470019" cy="466339"/>
          </a:xfrm>
          <a:custGeom>
            <a:avLst/>
            <a:gdLst>
              <a:gd name="connsiteX0" fmla="*/ 0 w 3895344"/>
              <a:gd name="connsiteY0" fmla="*/ 0 h 466339"/>
              <a:gd name="connsiteX1" fmla="*/ 3895344 w 3895344"/>
              <a:gd name="connsiteY1" fmla="*/ 0 h 466339"/>
              <a:gd name="connsiteX2" fmla="*/ 3895344 w 3895344"/>
              <a:gd name="connsiteY2" fmla="*/ 466339 h 466339"/>
              <a:gd name="connsiteX3" fmla="*/ 0 w 3895344"/>
              <a:gd name="connsiteY3" fmla="*/ 466339 h 466339"/>
              <a:gd name="connsiteX4" fmla="*/ 0 w 3895344"/>
              <a:gd name="connsiteY4" fmla="*/ 0 h 466339"/>
              <a:gd name="connsiteX0" fmla="*/ 0 w 4470019"/>
              <a:gd name="connsiteY0" fmla="*/ 0 h 466339"/>
              <a:gd name="connsiteX1" fmla="*/ 3895344 w 4470019"/>
              <a:gd name="connsiteY1" fmla="*/ 0 h 466339"/>
              <a:gd name="connsiteX2" fmla="*/ 4470019 w 4470019"/>
              <a:gd name="connsiteY2" fmla="*/ 466339 h 466339"/>
              <a:gd name="connsiteX3" fmla="*/ 0 w 4470019"/>
              <a:gd name="connsiteY3" fmla="*/ 466339 h 466339"/>
              <a:gd name="connsiteX4" fmla="*/ 0 w 4470019"/>
              <a:gd name="connsiteY4" fmla="*/ 0 h 466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0019" h="466339">
                <a:moveTo>
                  <a:pt x="0" y="0"/>
                </a:moveTo>
                <a:lnTo>
                  <a:pt x="3895344" y="0"/>
                </a:lnTo>
                <a:lnTo>
                  <a:pt x="4470019" y="466339"/>
                </a:lnTo>
                <a:lnTo>
                  <a:pt x="0" y="466339"/>
                </a:lnTo>
                <a:lnTo>
                  <a:pt x="0" y="0"/>
                </a:ln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 name="Titelplatzhalter 1"/>
          <p:cNvSpPr>
            <a:spLocks noGrp="1"/>
          </p:cNvSpPr>
          <p:nvPr>
            <p:ph type="title"/>
          </p:nvPr>
        </p:nvSpPr>
        <p:spPr>
          <a:xfrm>
            <a:off x="608013" y="101680"/>
            <a:ext cx="10979150" cy="1143001"/>
          </a:xfrm>
          <a:prstGeom prst="rect">
            <a:avLst/>
          </a:prstGeom>
        </p:spPr>
        <p:txBody>
          <a:bodyPr vert="horz" lIns="91440" tIns="45720" rIns="91440" bIns="45720" rtlCol="0" anchor="ctr">
            <a:normAutofit/>
          </a:bodyPr>
          <a:lstStyle/>
          <a:p>
            <a:r>
              <a:rPr lang="de-DE"/>
              <a:t>Mastertitelformat bearbeiten</a:t>
            </a:r>
          </a:p>
        </p:txBody>
      </p:sp>
      <p:sp>
        <p:nvSpPr>
          <p:cNvPr id="3" name="Textplatzhalter 2"/>
          <p:cNvSpPr>
            <a:spLocks noGrp="1"/>
          </p:cNvSpPr>
          <p:nvPr>
            <p:ph type="body" idx="1"/>
          </p:nvPr>
        </p:nvSpPr>
        <p:spPr>
          <a:xfrm>
            <a:off x="608013" y="1519396"/>
            <a:ext cx="10979150" cy="1731229"/>
          </a:xfrm>
          <a:prstGeom prst="rect">
            <a:avLst/>
          </a:prstGeom>
        </p:spPr>
        <p:txBody>
          <a:bodyPr vert="horz" lIns="91440" tIns="45720" rIns="91440" bIns="45720" rtlCol="0">
            <a:normAutofit/>
          </a:bodyPr>
          <a:lstStyle/>
          <a:p>
            <a:pPr lvl="0"/>
            <a:r>
              <a:rPr lang="de-DE"/>
              <a:t>Erste Ebene</a:t>
            </a:r>
          </a:p>
          <a:p>
            <a:pPr lvl="1"/>
            <a:r>
              <a:rPr lang="de-DE"/>
              <a:t>Zweite Ebene</a:t>
            </a:r>
          </a:p>
          <a:p>
            <a:pPr lvl="2"/>
            <a:r>
              <a:rPr lang="de-DE"/>
              <a:t>Dritte Ebene</a:t>
            </a:r>
          </a:p>
          <a:p>
            <a:pPr lvl="3"/>
            <a:r>
              <a:rPr lang="de-DE"/>
              <a:t>Vierte Ebene</a:t>
            </a:r>
          </a:p>
          <a:p>
            <a:pPr lvl="4"/>
            <a:r>
              <a:rPr lang="de-DE"/>
              <a:t>Fünfte Ebene</a:t>
            </a:r>
          </a:p>
        </p:txBody>
      </p:sp>
      <p:sp>
        <p:nvSpPr>
          <p:cNvPr id="15" name="Titelplatzhalter 1"/>
          <p:cNvSpPr txBox="1">
            <a:spLocks/>
          </p:cNvSpPr>
          <p:nvPr userDrawn="1"/>
        </p:nvSpPr>
        <p:spPr>
          <a:xfrm>
            <a:off x="-1728339" y="-445244"/>
            <a:ext cx="10972800" cy="11430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b="0" i="0" kern="1200">
                <a:solidFill>
                  <a:srgbClr val="FFFFFF"/>
                </a:solidFill>
                <a:latin typeface="FagoOT-MediIta"/>
                <a:ea typeface="+mj-ea"/>
                <a:cs typeface="FagoOT-MediIta"/>
              </a:defRPr>
            </a:lvl1pPr>
          </a:lstStyle>
          <a:p>
            <a:endParaRPr lang="de-DE"/>
          </a:p>
        </p:txBody>
      </p:sp>
      <p:pic>
        <p:nvPicPr>
          <p:cNvPr id="23" name="Grafik 19"/>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690005" y="6528540"/>
            <a:ext cx="1928709" cy="227780"/>
          </a:xfrm>
          <a:prstGeom prst="rect">
            <a:avLst/>
          </a:prstGeom>
        </p:spPr>
      </p:pic>
      <p:pic>
        <p:nvPicPr>
          <p:cNvPr id="13" name="Grafik 12" descr="Ein Bild, das Pfeil enthält.&#10;&#10;Automatisch generierte Beschreibung">
            <a:extLst>
              <a:ext uri="{FF2B5EF4-FFF2-40B4-BE49-F238E27FC236}">
                <a16:creationId xmlns:a16="http://schemas.microsoft.com/office/drawing/2014/main" id="{1D5534B8-2024-7F4D-91F9-9D9D8CE2C9D5}"/>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705" y="368894"/>
            <a:ext cx="419100" cy="647700"/>
          </a:xfrm>
          <a:prstGeom prst="rect">
            <a:avLst/>
          </a:prstGeom>
        </p:spPr>
      </p:pic>
      <p:sp>
        <p:nvSpPr>
          <p:cNvPr id="16" name="Textfeld 15">
            <a:extLst>
              <a:ext uri="{FF2B5EF4-FFF2-40B4-BE49-F238E27FC236}">
                <a16:creationId xmlns:a16="http://schemas.microsoft.com/office/drawing/2014/main" id="{80B51318-005A-054A-9EFA-97E2E3E26DB5}"/>
              </a:ext>
            </a:extLst>
          </p:cNvPr>
          <p:cNvSpPr txBox="1"/>
          <p:nvPr userDrawn="1"/>
        </p:nvSpPr>
        <p:spPr>
          <a:xfrm>
            <a:off x="10283893" y="6574078"/>
            <a:ext cx="1482418" cy="292388"/>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300" b="0" i="0">
                <a:solidFill>
                  <a:schemeClr val="accent4"/>
                </a:solidFill>
                <a:latin typeface="Calibri" panose="020F0502020204030204" pitchFamily="34" charset="0"/>
                <a:cs typeface="Calibri" panose="020F0502020204030204" pitchFamily="34" charset="0"/>
              </a:rPr>
              <a:t>©</a:t>
            </a:r>
            <a:r>
              <a:rPr lang="de-DE" sz="1300" b="0" i="0" baseline="0">
                <a:solidFill>
                  <a:schemeClr val="accent4"/>
                </a:solidFill>
                <a:latin typeface="Calibri" panose="020F0502020204030204" pitchFamily="34" charset="0"/>
                <a:cs typeface="Calibri" panose="020F0502020204030204" pitchFamily="34" charset="0"/>
              </a:rPr>
              <a:t> </a:t>
            </a:r>
            <a:r>
              <a:rPr lang="de-DE" sz="1300" b="0" i="1" noProof="0" err="1">
                <a:solidFill>
                  <a:schemeClr val="accent4"/>
                </a:solidFill>
                <a:latin typeface="Calibri" panose="020F0502020204030204" pitchFamily="34" charset="0"/>
                <a:cs typeface="Calibri" panose="020F0502020204030204" pitchFamily="34" charset="0"/>
              </a:rPr>
              <a:t>SmartFactory</a:t>
            </a:r>
            <a:r>
              <a:rPr lang="de-DE" sz="1300" b="0" i="0" baseline="30000" noProof="0" err="1">
                <a:solidFill>
                  <a:schemeClr val="accent4"/>
                </a:solidFill>
                <a:latin typeface="Calibri" panose="020F0502020204030204" pitchFamily="34" charset="0"/>
                <a:cs typeface="Calibri" panose="020F0502020204030204" pitchFamily="34" charset="0"/>
              </a:rPr>
              <a:t>KL</a:t>
            </a:r>
            <a:endParaRPr lang="de-DE" sz="1300" b="0" i="0" baseline="30000" noProof="0">
              <a:solidFill>
                <a:schemeClr val="accent4"/>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4767324"/>
      </p:ext>
    </p:extLst>
  </p:cSld>
  <p:clrMap bg1="lt1" tx1="dk1" bg2="lt2" tx2="dk2" accent1="accent1" accent2="accent2" accent3="accent3" accent4="accent4" accent5="accent5" accent6="accent6" hlink="hlink" folHlink="folHlink"/>
  <p:sldLayoutIdLst>
    <p:sldLayoutId id="2147483675" r:id="rId1"/>
    <p:sldLayoutId id="2147483822" r:id="rId2"/>
    <p:sldLayoutId id="2147483754" r:id="rId3"/>
    <p:sldLayoutId id="2147483664" r:id="rId4"/>
    <p:sldLayoutId id="2147483677" r:id="rId5"/>
    <p:sldLayoutId id="2147483687" r:id="rId6"/>
    <p:sldLayoutId id="2147483684" r:id="rId7"/>
    <p:sldLayoutId id="2147483685" r:id="rId8"/>
    <p:sldLayoutId id="2147483686" r:id="rId9"/>
    <p:sldLayoutId id="2147483665" r:id="rId10"/>
    <p:sldLayoutId id="2147483666" r:id="rId11"/>
    <p:sldLayoutId id="2147483680" r:id="rId12"/>
    <p:sldLayoutId id="2147483667" r:id="rId13"/>
    <p:sldLayoutId id="2147483681" r:id="rId14"/>
    <p:sldLayoutId id="2147483682" r:id="rId15"/>
    <p:sldLayoutId id="2147483683" r:id="rId16"/>
    <p:sldLayoutId id="2147483671" r:id="rId17"/>
    <p:sldLayoutId id="2147483674" r:id="rId18"/>
    <p:sldLayoutId id="2147483823" r:id="rId19"/>
  </p:sldLayoutIdLst>
  <p:hf sldNum="0" hdr="0" ftr="0" dt="0"/>
  <p:txStyles>
    <p:titleStyle>
      <a:lvl1pPr algn="l" defTabSz="457200" rtl="0" eaLnBrk="1" fontAlgn="t" latinLnBrk="0" hangingPunct="1">
        <a:spcBef>
          <a:spcPct val="0"/>
        </a:spcBef>
        <a:buNone/>
        <a:defRPr sz="3200" b="1" i="1" kern="1200">
          <a:solidFill>
            <a:srgbClr val="1B567C"/>
          </a:solidFill>
          <a:latin typeface="Calibri" panose="020F0502020204030204" pitchFamily="34" charset="0"/>
          <a:ea typeface="+mj-ea"/>
          <a:cs typeface="Calibri" panose="020F0502020204030204" pitchFamily="34" charset="0"/>
        </a:defRPr>
      </a:lvl1pPr>
    </p:titleStyle>
    <p:body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00200" indent="-228600"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80" userDrawn="1">
          <p15:clr>
            <a:srgbClr val="F26B43"/>
          </p15:clr>
        </p15:guide>
        <p15:guide id="2" pos="370" userDrawn="1">
          <p15:clr>
            <a:srgbClr val="F26B43"/>
          </p15:clr>
        </p15:guide>
        <p15:guide id="3" orient="horz" pos="958" userDrawn="1">
          <p15:clr>
            <a:srgbClr val="F26B43"/>
          </p15:clr>
        </p15:guide>
        <p15:guide id="4" pos="7310" userDrawn="1">
          <p15:clr>
            <a:srgbClr val="F26B43"/>
          </p15:clr>
        </p15:guide>
        <p15:guide id="5"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1CBC7C6D-5301-BD4F-AE85-9E84176D806B}"/>
              </a:ext>
            </a:extLst>
          </p:cNvPr>
          <p:cNvSpPr/>
          <p:nvPr userDrawn="1"/>
        </p:nvSpPr>
        <p:spPr>
          <a:xfrm>
            <a:off x="3483864" y="6565611"/>
            <a:ext cx="8708135" cy="292389"/>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effectLst/>
            </a:endParaRPr>
          </a:p>
        </p:txBody>
      </p:sp>
      <p:sp>
        <p:nvSpPr>
          <p:cNvPr id="12" name="Rechteck 6">
            <a:extLst>
              <a:ext uri="{FF2B5EF4-FFF2-40B4-BE49-F238E27FC236}">
                <a16:creationId xmlns:a16="http://schemas.microsoft.com/office/drawing/2014/main" id="{B163B5DD-C6BD-6F46-8B19-6EEA633BA44D}"/>
              </a:ext>
            </a:extLst>
          </p:cNvPr>
          <p:cNvSpPr/>
          <p:nvPr userDrawn="1"/>
        </p:nvSpPr>
        <p:spPr>
          <a:xfrm>
            <a:off x="1" y="6391661"/>
            <a:ext cx="5173404" cy="466339"/>
          </a:xfrm>
          <a:custGeom>
            <a:avLst/>
            <a:gdLst>
              <a:gd name="connsiteX0" fmla="*/ 0 w 3895344"/>
              <a:gd name="connsiteY0" fmla="*/ 0 h 466339"/>
              <a:gd name="connsiteX1" fmla="*/ 3895344 w 3895344"/>
              <a:gd name="connsiteY1" fmla="*/ 0 h 466339"/>
              <a:gd name="connsiteX2" fmla="*/ 3895344 w 3895344"/>
              <a:gd name="connsiteY2" fmla="*/ 466339 h 466339"/>
              <a:gd name="connsiteX3" fmla="*/ 0 w 3895344"/>
              <a:gd name="connsiteY3" fmla="*/ 466339 h 466339"/>
              <a:gd name="connsiteX4" fmla="*/ 0 w 3895344"/>
              <a:gd name="connsiteY4" fmla="*/ 0 h 466339"/>
              <a:gd name="connsiteX0" fmla="*/ 0 w 4470019"/>
              <a:gd name="connsiteY0" fmla="*/ 0 h 466339"/>
              <a:gd name="connsiteX1" fmla="*/ 3895344 w 4470019"/>
              <a:gd name="connsiteY1" fmla="*/ 0 h 466339"/>
              <a:gd name="connsiteX2" fmla="*/ 4470019 w 4470019"/>
              <a:gd name="connsiteY2" fmla="*/ 466339 h 466339"/>
              <a:gd name="connsiteX3" fmla="*/ 0 w 4470019"/>
              <a:gd name="connsiteY3" fmla="*/ 466339 h 466339"/>
              <a:gd name="connsiteX4" fmla="*/ 0 w 4470019"/>
              <a:gd name="connsiteY4" fmla="*/ 0 h 466339"/>
              <a:gd name="connsiteX0" fmla="*/ 0 w 5173404"/>
              <a:gd name="connsiteY0" fmla="*/ 0 h 466339"/>
              <a:gd name="connsiteX1" fmla="*/ 3895344 w 5173404"/>
              <a:gd name="connsiteY1" fmla="*/ 0 h 466339"/>
              <a:gd name="connsiteX2" fmla="*/ 5173404 w 5173404"/>
              <a:gd name="connsiteY2" fmla="*/ 466339 h 466339"/>
              <a:gd name="connsiteX3" fmla="*/ 0 w 5173404"/>
              <a:gd name="connsiteY3" fmla="*/ 466339 h 466339"/>
              <a:gd name="connsiteX4" fmla="*/ 0 w 5173404"/>
              <a:gd name="connsiteY4" fmla="*/ 0 h 466339"/>
              <a:gd name="connsiteX0" fmla="*/ 0 w 5173404"/>
              <a:gd name="connsiteY0" fmla="*/ 0 h 466339"/>
              <a:gd name="connsiteX1" fmla="*/ 4583657 w 5173404"/>
              <a:gd name="connsiteY1" fmla="*/ 0 h 466339"/>
              <a:gd name="connsiteX2" fmla="*/ 5173404 w 5173404"/>
              <a:gd name="connsiteY2" fmla="*/ 466339 h 466339"/>
              <a:gd name="connsiteX3" fmla="*/ 0 w 5173404"/>
              <a:gd name="connsiteY3" fmla="*/ 466339 h 466339"/>
              <a:gd name="connsiteX4" fmla="*/ 0 w 5173404"/>
              <a:gd name="connsiteY4" fmla="*/ 0 h 466339"/>
              <a:gd name="connsiteX0" fmla="*/ 0 w 5173404"/>
              <a:gd name="connsiteY0" fmla="*/ 0 h 466339"/>
              <a:gd name="connsiteX1" fmla="*/ 4679117 w 5173404"/>
              <a:gd name="connsiteY1" fmla="*/ 0 h 466339"/>
              <a:gd name="connsiteX2" fmla="*/ 5173404 w 5173404"/>
              <a:gd name="connsiteY2" fmla="*/ 466339 h 466339"/>
              <a:gd name="connsiteX3" fmla="*/ 0 w 5173404"/>
              <a:gd name="connsiteY3" fmla="*/ 466339 h 466339"/>
              <a:gd name="connsiteX4" fmla="*/ 0 w 5173404"/>
              <a:gd name="connsiteY4" fmla="*/ 0 h 466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3404" h="466339">
                <a:moveTo>
                  <a:pt x="0" y="0"/>
                </a:moveTo>
                <a:lnTo>
                  <a:pt x="4679117" y="0"/>
                </a:lnTo>
                <a:lnTo>
                  <a:pt x="5173404" y="466339"/>
                </a:lnTo>
                <a:lnTo>
                  <a:pt x="0" y="466339"/>
                </a:lnTo>
                <a:lnTo>
                  <a:pt x="0" y="0"/>
                </a:ln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6AB4F43C-03CC-F746-8FDF-E3B1237ABEF2}"/>
              </a:ext>
            </a:extLst>
          </p:cNvPr>
          <p:cNvSpPr txBox="1"/>
          <p:nvPr userDrawn="1"/>
        </p:nvSpPr>
        <p:spPr>
          <a:xfrm>
            <a:off x="10283893" y="6574078"/>
            <a:ext cx="1482418" cy="292388"/>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300" b="0" i="0">
                <a:solidFill>
                  <a:schemeClr val="accent4"/>
                </a:solidFill>
                <a:latin typeface="Calibri" panose="020F0502020204030204" pitchFamily="34" charset="0"/>
                <a:cs typeface="Calibri" panose="020F0502020204030204" pitchFamily="34" charset="0"/>
              </a:rPr>
              <a:t>©</a:t>
            </a:r>
            <a:r>
              <a:rPr lang="de-DE" sz="1300" b="0" i="0" baseline="0">
                <a:solidFill>
                  <a:schemeClr val="accent4"/>
                </a:solidFill>
                <a:latin typeface="Calibri" panose="020F0502020204030204" pitchFamily="34" charset="0"/>
                <a:cs typeface="Calibri" panose="020F0502020204030204" pitchFamily="34" charset="0"/>
              </a:rPr>
              <a:t> </a:t>
            </a:r>
            <a:r>
              <a:rPr lang="de-DE" sz="1300" b="0" i="1" noProof="0" err="1">
                <a:solidFill>
                  <a:schemeClr val="accent4"/>
                </a:solidFill>
                <a:latin typeface="Calibri" panose="020F0502020204030204" pitchFamily="34" charset="0"/>
                <a:cs typeface="Calibri" panose="020F0502020204030204" pitchFamily="34" charset="0"/>
              </a:rPr>
              <a:t>SmartFactory</a:t>
            </a:r>
            <a:r>
              <a:rPr lang="de-DE" sz="1300" b="0" i="0" baseline="30000" noProof="0" err="1">
                <a:solidFill>
                  <a:schemeClr val="accent4"/>
                </a:solidFill>
                <a:latin typeface="Calibri" panose="020F0502020204030204" pitchFamily="34" charset="0"/>
                <a:cs typeface="Calibri" panose="020F0502020204030204" pitchFamily="34" charset="0"/>
              </a:rPr>
              <a:t>KL</a:t>
            </a:r>
            <a:endParaRPr lang="de-DE" sz="1300" b="0" i="0" baseline="30000" noProof="0">
              <a:solidFill>
                <a:schemeClr val="accent4"/>
              </a:solidFill>
              <a:latin typeface="Calibri" panose="020F0502020204030204" pitchFamily="34" charset="0"/>
              <a:cs typeface="Calibri" panose="020F0502020204030204" pitchFamily="34" charset="0"/>
            </a:endParaRPr>
          </a:p>
        </p:txBody>
      </p:sp>
      <p:sp>
        <p:nvSpPr>
          <p:cNvPr id="2" name="Titelplatzhalter 1"/>
          <p:cNvSpPr>
            <a:spLocks noGrp="1"/>
          </p:cNvSpPr>
          <p:nvPr>
            <p:ph type="title"/>
          </p:nvPr>
        </p:nvSpPr>
        <p:spPr>
          <a:xfrm>
            <a:off x="608013" y="101680"/>
            <a:ext cx="10979150" cy="1143001"/>
          </a:xfrm>
          <a:prstGeom prst="rect">
            <a:avLst/>
          </a:prstGeom>
        </p:spPr>
        <p:txBody>
          <a:bodyPr vert="horz" lIns="91440" tIns="45720" rIns="91440" bIns="45720" rtlCol="0" anchor="ctr">
            <a:normAutofit/>
          </a:bodyPr>
          <a:lstStyle/>
          <a:p>
            <a:r>
              <a:rPr lang="de-DE"/>
              <a:t>Mastertitelformat bearbeiten</a:t>
            </a:r>
          </a:p>
        </p:txBody>
      </p:sp>
      <p:sp>
        <p:nvSpPr>
          <p:cNvPr id="15" name="Titelplatzhalter 1"/>
          <p:cNvSpPr txBox="1">
            <a:spLocks/>
          </p:cNvSpPr>
          <p:nvPr userDrawn="1"/>
        </p:nvSpPr>
        <p:spPr>
          <a:xfrm>
            <a:off x="-1728339" y="-445244"/>
            <a:ext cx="10972800" cy="11430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b="0" i="0" kern="1200">
                <a:solidFill>
                  <a:srgbClr val="FFFFFF"/>
                </a:solidFill>
                <a:latin typeface="FagoOT-MediIta"/>
                <a:ea typeface="+mj-ea"/>
                <a:cs typeface="FagoOT-MediIta"/>
              </a:defRPr>
            </a:lvl1pPr>
          </a:lstStyle>
          <a:p>
            <a:endParaRPr lang="de-DE"/>
          </a:p>
        </p:txBody>
      </p:sp>
      <p:pic>
        <p:nvPicPr>
          <p:cNvPr id="13" name="Grafik 12" descr="Ein Bild, das Pfeil enthält.&#10;&#10;Automatisch generierte Beschreibung">
            <a:extLst>
              <a:ext uri="{FF2B5EF4-FFF2-40B4-BE49-F238E27FC236}">
                <a16:creationId xmlns:a16="http://schemas.microsoft.com/office/drawing/2014/main" id="{1D5534B8-2024-7F4D-91F9-9D9D8CE2C9D5}"/>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705" y="368894"/>
            <a:ext cx="419100" cy="647700"/>
          </a:xfrm>
          <a:prstGeom prst="rect">
            <a:avLst/>
          </a:prstGeom>
        </p:spPr>
      </p:pic>
      <p:pic>
        <p:nvPicPr>
          <p:cNvPr id="24" name="Grafik 19">
            <a:extLst>
              <a:ext uri="{FF2B5EF4-FFF2-40B4-BE49-F238E27FC236}">
                <a16:creationId xmlns:a16="http://schemas.microsoft.com/office/drawing/2014/main" id="{BAFB2DD8-C6EA-2B4A-A523-0A6C047C7FC1}"/>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693737" y="6534418"/>
            <a:ext cx="1782647" cy="210531"/>
          </a:xfrm>
          <a:prstGeom prst="rect">
            <a:avLst/>
          </a:prstGeom>
        </p:spPr>
      </p:pic>
      <p:sp>
        <p:nvSpPr>
          <p:cNvPr id="4" name="Textplatzhalter 2">
            <a:extLst>
              <a:ext uri="{FF2B5EF4-FFF2-40B4-BE49-F238E27FC236}">
                <a16:creationId xmlns:a16="http://schemas.microsoft.com/office/drawing/2014/main" id="{FF76FB01-9BCE-8FE3-0E71-558EF50409C0}"/>
              </a:ext>
            </a:extLst>
          </p:cNvPr>
          <p:cNvSpPr>
            <a:spLocks noGrp="1"/>
          </p:cNvSpPr>
          <p:nvPr>
            <p:ph type="body" idx="1"/>
          </p:nvPr>
        </p:nvSpPr>
        <p:spPr>
          <a:xfrm>
            <a:off x="608013" y="1519396"/>
            <a:ext cx="10979150" cy="1731229"/>
          </a:xfrm>
          <a:prstGeom prst="rect">
            <a:avLst/>
          </a:prstGeom>
        </p:spPr>
        <p:txBody>
          <a:bodyPr vert="horz" lIns="91440" tIns="45720" rIns="91440" bIns="45720" rtlCol="0">
            <a:normAutofit/>
          </a:bodyPr>
          <a:lstStyle/>
          <a:p>
            <a:pPr lvl="0"/>
            <a:r>
              <a:rPr lang="de-DE"/>
              <a:t>Erste Ebene</a:t>
            </a:r>
          </a:p>
          <a:p>
            <a:pPr lvl="1"/>
            <a:r>
              <a:rPr lang="de-DE"/>
              <a:t>Zweite Ebene</a:t>
            </a:r>
          </a:p>
          <a:p>
            <a:pPr lvl="2"/>
            <a:r>
              <a:rPr lang="de-DE"/>
              <a:t>Dritte Ebene</a:t>
            </a:r>
          </a:p>
          <a:p>
            <a:pPr lvl="3"/>
            <a:r>
              <a:rPr lang="de-DE"/>
              <a:t>Vierte Ebene</a:t>
            </a:r>
          </a:p>
          <a:p>
            <a:pPr lvl="4"/>
            <a:r>
              <a:rPr lang="de-DE"/>
              <a:t>Fünfte Ebene</a:t>
            </a:r>
          </a:p>
        </p:txBody>
      </p:sp>
      <p:pic>
        <p:nvPicPr>
          <p:cNvPr id="6" name="Grafik 5" descr="Ein Bild, das Text, Schrift, Grafiken, Logo enthält.&#10;&#10;Automatisch generierte Beschreibung">
            <a:extLst>
              <a:ext uri="{FF2B5EF4-FFF2-40B4-BE49-F238E27FC236}">
                <a16:creationId xmlns:a16="http://schemas.microsoft.com/office/drawing/2014/main" id="{D751C9FC-77EB-18D9-2CC0-2B1F7CDF3375}"/>
              </a:ext>
            </a:extLst>
          </p:cNvPr>
          <p:cNvPicPr>
            <a:picLocks noChangeAspect="1"/>
          </p:cNvPicPr>
          <p:nvPr userDrawn="1"/>
        </p:nvPicPr>
        <p:blipFill>
          <a:blip r:embed="rId22"/>
          <a:stretch>
            <a:fillRect/>
          </a:stretch>
        </p:blipFill>
        <p:spPr>
          <a:xfrm>
            <a:off x="3071186" y="6449284"/>
            <a:ext cx="1272214" cy="363993"/>
          </a:xfrm>
          <a:prstGeom prst="rect">
            <a:avLst/>
          </a:prstGeom>
        </p:spPr>
      </p:pic>
    </p:spTree>
    <p:extLst>
      <p:ext uri="{BB962C8B-B14F-4D97-AF65-F5344CB8AC3E}">
        <p14:creationId xmlns:p14="http://schemas.microsoft.com/office/powerpoint/2010/main" val="287853356"/>
      </p:ext>
    </p:extLst>
  </p:cSld>
  <p:clrMap bg1="lt1" tx1="dk1" bg2="lt2" tx2="dk2" accent1="accent1" accent2="accent2" accent3="accent3" accent4="accent4" accent5="accent5" accent6="accent6" hlink="hlink" folHlink="folHlink"/>
  <p:sldLayoutIdLst>
    <p:sldLayoutId id="2147483752" r:id="rId1"/>
    <p:sldLayoutId id="2147483821" r:id="rId2"/>
    <p:sldLayoutId id="2147483755"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Lst>
  <p:hf sldNum="0" hdr="0" ftr="0" dt="0"/>
  <p:txStyles>
    <p:titleStyle>
      <a:lvl1pPr algn="l" defTabSz="457200" rtl="0" eaLnBrk="1" fontAlgn="t" latinLnBrk="0" hangingPunct="1">
        <a:spcBef>
          <a:spcPct val="0"/>
        </a:spcBef>
        <a:buNone/>
        <a:defRPr sz="3200" b="1" i="1" kern="1200">
          <a:solidFill>
            <a:srgbClr val="1B567C"/>
          </a:solidFill>
          <a:latin typeface="Calibri" panose="020F0502020204030204" pitchFamily="34" charset="0"/>
          <a:ea typeface="+mj-ea"/>
          <a:cs typeface="Calibri" panose="020F0502020204030204" pitchFamily="34" charset="0"/>
        </a:defRPr>
      </a:lvl1pPr>
    </p:titleStyle>
    <p:body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11313" indent="-239713"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80" userDrawn="1">
          <p15:clr>
            <a:srgbClr val="F26B43"/>
          </p15:clr>
        </p15:guide>
        <p15:guide id="2" pos="3840" userDrawn="1">
          <p15:clr>
            <a:srgbClr val="F26B43"/>
          </p15:clr>
        </p15:guide>
        <p15:guide id="3" pos="370" userDrawn="1">
          <p15:clr>
            <a:srgbClr val="F26B43"/>
          </p15:clr>
        </p15:guide>
        <p15:guide id="4" pos="7310" userDrawn="1">
          <p15:clr>
            <a:srgbClr val="F26B43"/>
          </p15:clr>
        </p15:guide>
        <p15:guide id="5" orient="horz" pos="95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28BDF8AD-3023-FF4C-8337-0DC3A40BF5DB}"/>
              </a:ext>
            </a:extLst>
          </p:cNvPr>
          <p:cNvSpPr/>
          <p:nvPr userDrawn="1"/>
        </p:nvSpPr>
        <p:spPr>
          <a:xfrm>
            <a:off x="3483864" y="6565611"/>
            <a:ext cx="8708135" cy="292389"/>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effectLst/>
            </a:endParaRPr>
          </a:p>
        </p:txBody>
      </p:sp>
      <p:sp>
        <p:nvSpPr>
          <p:cNvPr id="20" name="Rechteck 6">
            <a:extLst>
              <a:ext uri="{FF2B5EF4-FFF2-40B4-BE49-F238E27FC236}">
                <a16:creationId xmlns:a16="http://schemas.microsoft.com/office/drawing/2014/main" id="{4AAED625-D867-F54C-A955-802379E44218}"/>
              </a:ext>
            </a:extLst>
          </p:cNvPr>
          <p:cNvSpPr/>
          <p:nvPr userDrawn="1"/>
        </p:nvSpPr>
        <p:spPr>
          <a:xfrm>
            <a:off x="1" y="6391661"/>
            <a:ext cx="6487854" cy="466339"/>
          </a:xfrm>
          <a:custGeom>
            <a:avLst/>
            <a:gdLst>
              <a:gd name="connsiteX0" fmla="*/ 0 w 3895344"/>
              <a:gd name="connsiteY0" fmla="*/ 0 h 466339"/>
              <a:gd name="connsiteX1" fmla="*/ 3895344 w 3895344"/>
              <a:gd name="connsiteY1" fmla="*/ 0 h 466339"/>
              <a:gd name="connsiteX2" fmla="*/ 3895344 w 3895344"/>
              <a:gd name="connsiteY2" fmla="*/ 466339 h 466339"/>
              <a:gd name="connsiteX3" fmla="*/ 0 w 3895344"/>
              <a:gd name="connsiteY3" fmla="*/ 466339 h 466339"/>
              <a:gd name="connsiteX4" fmla="*/ 0 w 3895344"/>
              <a:gd name="connsiteY4" fmla="*/ 0 h 466339"/>
              <a:gd name="connsiteX0" fmla="*/ 0 w 4470019"/>
              <a:gd name="connsiteY0" fmla="*/ 0 h 466339"/>
              <a:gd name="connsiteX1" fmla="*/ 3895344 w 4470019"/>
              <a:gd name="connsiteY1" fmla="*/ 0 h 466339"/>
              <a:gd name="connsiteX2" fmla="*/ 4470019 w 4470019"/>
              <a:gd name="connsiteY2" fmla="*/ 466339 h 466339"/>
              <a:gd name="connsiteX3" fmla="*/ 0 w 4470019"/>
              <a:gd name="connsiteY3" fmla="*/ 466339 h 466339"/>
              <a:gd name="connsiteX4" fmla="*/ 0 w 4470019"/>
              <a:gd name="connsiteY4" fmla="*/ 0 h 466339"/>
              <a:gd name="connsiteX0" fmla="*/ 0 w 5173404"/>
              <a:gd name="connsiteY0" fmla="*/ 0 h 466339"/>
              <a:gd name="connsiteX1" fmla="*/ 3895344 w 5173404"/>
              <a:gd name="connsiteY1" fmla="*/ 0 h 466339"/>
              <a:gd name="connsiteX2" fmla="*/ 5173404 w 5173404"/>
              <a:gd name="connsiteY2" fmla="*/ 466339 h 466339"/>
              <a:gd name="connsiteX3" fmla="*/ 0 w 5173404"/>
              <a:gd name="connsiteY3" fmla="*/ 466339 h 466339"/>
              <a:gd name="connsiteX4" fmla="*/ 0 w 5173404"/>
              <a:gd name="connsiteY4" fmla="*/ 0 h 466339"/>
              <a:gd name="connsiteX0" fmla="*/ 0 w 5173404"/>
              <a:gd name="connsiteY0" fmla="*/ 0 h 466339"/>
              <a:gd name="connsiteX1" fmla="*/ 4583657 w 5173404"/>
              <a:gd name="connsiteY1" fmla="*/ 0 h 466339"/>
              <a:gd name="connsiteX2" fmla="*/ 5173404 w 5173404"/>
              <a:gd name="connsiteY2" fmla="*/ 466339 h 466339"/>
              <a:gd name="connsiteX3" fmla="*/ 0 w 5173404"/>
              <a:gd name="connsiteY3" fmla="*/ 466339 h 466339"/>
              <a:gd name="connsiteX4" fmla="*/ 0 w 5173404"/>
              <a:gd name="connsiteY4" fmla="*/ 0 h 466339"/>
              <a:gd name="connsiteX0" fmla="*/ 0 w 5173404"/>
              <a:gd name="connsiteY0" fmla="*/ 0 h 466339"/>
              <a:gd name="connsiteX1" fmla="*/ 4679117 w 5173404"/>
              <a:gd name="connsiteY1" fmla="*/ 0 h 466339"/>
              <a:gd name="connsiteX2" fmla="*/ 5173404 w 5173404"/>
              <a:gd name="connsiteY2" fmla="*/ 466339 h 466339"/>
              <a:gd name="connsiteX3" fmla="*/ 0 w 5173404"/>
              <a:gd name="connsiteY3" fmla="*/ 466339 h 466339"/>
              <a:gd name="connsiteX4" fmla="*/ 0 w 5173404"/>
              <a:gd name="connsiteY4" fmla="*/ 0 h 466339"/>
              <a:gd name="connsiteX0" fmla="*/ 0 w 6487854"/>
              <a:gd name="connsiteY0" fmla="*/ 0 h 466339"/>
              <a:gd name="connsiteX1" fmla="*/ 4679117 w 6487854"/>
              <a:gd name="connsiteY1" fmla="*/ 0 h 466339"/>
              <a:gd name="connsiteX2" fmla="*/ 6487854 w 6487854"/>
              <a:gd name="connsiteY2" fmla="*/ 466339 h 466339"/>
              <a:gd name="connsiteX3" fmla="*/ 0 w 6487854"/>
              <a:gd name="connsiteY3" fmla="*/ 466339 h 466339"/>
              <a:gd name="connsiteX4" fmla="*/ 0 w 6487854"/>
              <a:gd name="connsiteY4" fmla="*/ 0 h 466339"/>
              <a:gd name="connsiteX0" fmla="*/ 0 w 6487854"/>
              <a:gd name="connsiteY0" fmla="*/ 0 h 466339"/>
              <a:gd name="connsiteX1" fmla="*/ 5914192 w 6487854"/>
              <a:gd name="connsiteY1" fmla="*/ 0 h 466339"/>
              <a:gd name="connsiteX2" fmla="*/ 6487854 w 6487854"/>
              <a:gd name="connsiteY2" fmla="*/ 466339 h 466339"/>
              <a:gd name="connsiteX3" fmla="*/ 0 w 6487854"/>
              <a:gd name="connsiteY3" fmla="*/ 466339 h 466339"/>
              <a:gd name="connsiteX4" fmla="*/ 0 w 6487854"/>
              <a:gd name="connsiteY4" fmla="*/ 0 h 466339"/>
              <a:gd name="connsiteX0" fmla="*/ 0 w 6487854"/>
              <a:gd name="connsiteY0" fmla="*/ 0 h 466339"/>
              <a:gd name="connsiteX1" fmla="*/ 6053892 w 6487854"/>
              <a:gd name="connsiteY1" fmla="*/ 0 h 466339"/>
              <a:gd name="connsiteX2" fmla="*/ 6487854 w 6487854"/>
              <a:gd name="connsiteY2" fmla="*/ 466339 h 466339"/>
              <a:gd name="connsiteX3" fmla="*/ 0 w 6487854"/>
              <a:gd name="connsiteY3" fmla="*/ 466339 h 466339"/>
              <a:gd name="connsiteX4" fmla="*/ 0 w 6487854"/>
              <a:gd name="connsiteY4" fmla="*/ 0 h 466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87854" h="466339">
                <a:moveTo>
                  <a:pt x="0" y="0"/>
                </a:moveTo>
                <a:lnTo>
                  <a:pt x="6053892" y="0"/>
                </a:lnTo>
                <a:lnTo>
                  <a:pt x="6487854" y="466339"/>
                </a:lnTo>
                <a:lnTo>
                  <a:pt x="0" y="466339"/>
                </a:lnTo>
                <a:lnTo>
                  <a:pt x="0" y="0"/>
                </a:ln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DB38AA2F-A968-D14E-9CE4-7F35EED5E4D5}"/>
              </a:ext>
            </a:extLst>
          </p:cNvPr>
          <p:cNvSpPr txBox="1"/>
          <p:nvPr userDrawn="1"/>
        </p:nvSpPr>
        <p:spPr>
          <a:xfrm>
            <a:off x="10283893" y="6574078"/>
            <a:ext cx="1482418" cy="292388"/>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300" b="0" i="0">
                <a:solidFill>
                  <a:schemeClr val="accent4"/>
                </a:solidFill>
                <a:latin typeface="Calibri" panose="020F0502020204030204" pitchFamily="34" charset="0"/>
                <a:cs typeface="Calibri" panose="020F0502020204030204" pitchFamily="34" charset="0"/>
              </a:rPr>
              <a:t>©</a:t>
            </a:r>
            <a:r>
              <a:rPr lang="de-DE" sz="1300" b="0" i="0" baseline="0">
                <a:solidFill>
                  <a:schemeClr val="accent4"/>
                </a:solidFill>
                <a:latin typeface="Calibri" panose="020F0502020204030204" pitchFamily="34" charset="0"/>
                <a:cs typeface="Calibri" panose="020F0502020204030204" pitchFamily="34" charset="0"/>
              </a:rPr>
              <a:t> </a:t>
            </a:r>
            <a:r>
              <a:rPr lang="de-DE" sz="1300" b="0" i="1" noProof="0" err="1">
                <a:solidFill>
                  <a:schemeClr val="accent4"/>
                </a:solidFill>
                <a:latin typeface="Calibri" panose="020F0502020204030204" pitchFamily="34" charset="0"/>
                <a:cs typeface="Calibri" panose="020F0502020204030204" pitchFamily="34" charset="0"/>
              </a:rPr>
              <a:t>SmartFactory</a:t>
            </a:r>
            <a:r>
              <a:rPr lang="de-DE" sz="1300" b="0" i="0" baseline="30000" noProof="0" err="1">
                <a:solidFill>
                  <a:schemeClr val="accent4"/>
                </a:solidFill>
                <a:latin typeface="Calibri" panose="020F0502020204030204" pitchFamily="34" charset="0"/>
                <a:cs typeface="Calibri" panose="020F0502020204030204" pitchFamily="34" charset="0"/>
              </a:rPr>
              <a:t>KL</a:t>
            </a:r>
            <a:endParaRPr lang="de-DE" sz="1300" b="0" i="0" baseline="30000" noProof="0">
              <a:solidFill>
                <a:schemeClr val="accent4"/>
              </a:solidFill>
              <a:latin typeface="Calibri" panose="020F0502020204030204" pitchFamily="34" charset="0"/>
              <a:cs typeface="Calibri" panose="020F0502020204030204" pitchFamily="34" charset="0"/>
            </a:endParaRPr>
          </a:p>
        </p:txBody>
      </p:sp>
      <p:pic>
        <p:nvPicPr>
          <p:cNvPr id="12" name="Grafik 19">
            <a:extLst>
              <a:ext uri="{FF2B5EF4-FFF2-40B4-BE49-F238E27FC236}">
                <a16:creationId xmlns:a16="http://schemas.microsoft.com/office/drawing/2014/main" id="{851E8A83-7456-4B40-88E8-EA98EE8B6C91}"/>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719277" y="6540514"/>
            <a:ext cx="1636762" cy="193302"/>
          </a:xfrm>
          <a:prstGeom prst="rect">
            <a:avLst/>
          </a:prstGeom>
        </p:spPr>
      </p:pic>
      <p:sp>
        <p:nvSpPr>
          <p:cNvPr id="2" name="Titelplatzhalter 1"/>
          <p:cNvSpPr>
            <a:spLocks noGrp="1"/>
          </p:cNvSpPr>
          <p:nvPr>
            <p:ph type="title"/>
          </p:nvPr>
        </p:nvSpPr>
        <p:spPr>
          <a:xfrm>
            <a:off x="608013" y="101680"/>
            <a:ext cx="10979150" cy="1143001"/>
          </a:xfrm>
          <a:prstGeom prst="rect">
            <a:avLst/>
          </a:prstGeom>
        </p:spPr>
        <p:txBody>
          <a:bodyPr vert="horz" lIns="91440" tIns="45720" rIns="91440" bIns="45720" rtlCol="0" anchor="ctr">
            <a:normAutofit/>
          </a:bodyPr>
          <a:lstStyle/>
          <a:p>
            <a:r>
              <a:rPr lang="de-DE"/>
              <a:t>Mastertitelformat bearbeiten</a:t>
            </a:r>
          </a:p>
        </p:txBody>
      </p:sp>
      <p:sp>
        <p:nvSpPr>
          <p:cNvPr id="3" name="Textplatzhalter 2"/>
          <p:cNvSpPr>
            <a:spLocks noGrp="1"/>
          </p:cNvSpPr>
          <p:nvPr>
            <p:ph type="body" idx="1"/>
          </p:nvPr>
        </p:nvSpPr>
        <p:spPr>
          <a:xfrm>
            <a:off x="608013" y="1519396"/>
            <a:ext cx="10979150" cy="1731229"/>
          </a:xfrm>
          <a:prstGeom prst="rect">
            <a:avLst/>
          </a:prstGeom>
        </p:spPr>
        <p:txBody>
          <a:bodyPr vert="horz" lIns="91440" tIns="45720" rIns="91440" bIns="45720" rtlCol="0">
            <a:normAutofit/>
          </a:bodyPr>
          <a:lstStyle/>
          <a:p>
            <a:pPr lvl="0"/>
            <a:r>
              <a:rPr lang="de-DE"/>
              <a:t>Erste Ebene</a:t>
            </a:r>
          </a:p>
          <a:p>
            <a:pPr lvl="1"/>
            <a:r>
              <a:rPr lang="de-DE"/>
              <a:t>Zweite Ebene</a:t>
            </a:r>
          </a:p>
          <a:p>
            <a:pPr lvl="2"/>
            <a:r>
              <a:rPr lang="de-DE"/>
              <a:t>Dritte Ebene</a:t>
            </a:r>
          </a:p>
          <a:p>
            <a:pPr lvl="3"/>
            <a:r>
              <a:rPr lang="de-DE"/>
              <a:t>Vierte Ebene</a:t>
            </a:r>
          </a:p>
          <a:p>
            <a:pPr lvl="4"/>
            <a:r>
              <a:rPr lang="de-DE"/>
              <a:t>Fünfte Ebene</a:t>
            </a:r>
          </a:p>
        </p:txBody>
      </p:sp>
      <p:sp>
        <p:nvSpPr>
          <p:cNvPr id="15" name="Titelplatzhalter 1"/>
          <p:cNvSpPr txBox="1">
            <a:spLocks/>
          </p:cNvSpPr>
          <p:nvPr userDrawn="1"/>
        </p:nvSpPr>
        <p:spPr>
          <a:xfrm>
            <a:off x="-1728339" y="-445244"/>
            <a:ext cx="10972800" cy="11430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b="0" i="0" kern="1200">
                <a:solidFill>
                  <a:srgbClr val="FFFFFF"/>
                </a:solidFill>
                <a:latin typeface="FagoOT-MediIta"/>
                <a:ea typeface="+mj-ea"/>
                <a:cs typeface="FagoOT-MediIta"/>
              </a:defRPr>
            </a:lvl1pPr>
          </a:lstStyle>
          <a:p>
            <a:endParaRPr lang="de-DE"/>
          </a:p>
        </p:txBody>
      </p:sp>
      <p:pic>
        <p:nvPicPr>
          <p:cNvPr id="13" name="Grafik 12" descr="Ein Bild, das Pfeil enthält.&#10;&#10;Automatisch generierte Beschreibung">
            <a:extLst>
              <a:ext uri="{FF2B5EF4-FFF2-40B4-BE49-F238E27FC236}">
                <a16:creationId xmlns:a16="http://schemas.microsoft.com/office/drawing/2014/main" id="{1D5534B8-2024-7F4D-91F9-9D9D8CE2C9D5}"/>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705" y="368894"/>
            <a:ext cx="419100" cy="647700"/>
          </a:xfrm>
          <a:prstGeom prst="rect">
            <a:avLst/>
          </a:prstGeom>
        </p:spPr>
      </p:pic>
      <p:pic>
        <p:nvPicPr>
          <p:cNvPr id="6" name="Grafik 5" descr="Ein Bild, das Text, Schrift, Grafiken, Logo enthält.&#10;&#10;Automatisch generierte Beschreibung">
            <a:extLst>
              <a:ext uri="{FF2B5EF4-FFF2-40B4-BE49-F238E27FC236}">
                <a16:creationId xmlns:a16="http://schemas.microsoft.com/office/drawing/2014/main" id="{CB2213E2-4790-68F5-078A-D57F2CD6B59B}"/>
              </a:ext>
            </a:extLst>
          </p:cNvPr>
          <p:cNvPicPr>
            <a:picLocks noChangeAspect="1"/>
          </p:cNvPicPr>
          <p:nvPr userDrawn="1"/>
        </p:nvPicPr>
        <p:blipFill>
          <a:blip r:embed="rId22"/>
          <a:stretch>
            <a:fillRect/>
          </a:stretch>
        </p:blipFill>
        <p:spPr>
          <a:xfrm>
            <a:off x="2772563" y="6430706"/>
            <a:ext cx="1440186" cy="412052"/>
          </a:xfrm>
          <a:prstGeom prst="rect">
            <a:avLst/>
          </a:prstGeom>
        </p:spPr>
      </p:pic>
      <p:pic>
        <p:nvPicPr>
          <p:cNvPr id="9" name="Grafik 8" descr="Ein Bild, das Text, Schrift, Screenshot, Grafiken enthält.&#10;&#10;Automatisch generierte Beschreibung">
            <a:extLst>
              <a:ext uri="{FF2B5EF4-FFF2-40B4-BE49-F238E27FC236}">
                <a16:creationId xmlns:a16="http://schemas.microsoft.com/office/drawing/2014/main" id="{E099C4D2-7847-48A6-56FD-CA722FEDC4AF}"/>
              </a:ext>
            </a:extLst>
          </p:cNvPr>
          <p:cNvPicPr>
            <a:picLocks noChangeAspect="1"/>
          </p:cNvPicPr>
          <p:nvPr userDrawn="1"/>
        </p:nvPicPr>
        <p:blipFill>
          <a:blip r:embed="rId23"/>
          <a:stretch>
            <a:fillRect/>
          </a:stretch>
        </p:blipFill>
        <p:spPr>
          <a:xfrm>
            <a:off x="4163466" y="6302023"/>
            <a:ext cx="1809445" cy="643039"/>
          </a:xfrm>
          <a:prstGeom prst="rect">
            <a:avLst/>
          </a:prstGeom>
        </p:spPr>
      </p:pic>
    </p:spTree>
    <p:extLst>
      <p:ext uri="{BB962C8B-B14F-4D97-AF65-F5344CB8AC3E}">
        <p14:creationId xmlns:p14="http://schemas.microsoft.com/office/powerpoint/2010/main" val="2385770093"/>
      </p:ext>
    </p:extLst>
  </p:cSld>
  <p:clrMap bg1="lt1" tx1="dk1" bg2="lt2" tx2="dk2" accent1="accent1" accent2="accent2" accent3="accent3" accent4="accent4" accent5="accent5" accent6="accent6" hlink="hlink" folHlink="folHlink"/>
  <p:sldLayoutIdLst>
    <p:sldLayoutId id="2147483753" r:id="rId1"/>
    <p:sldLayoutId id="2147483820" r:id="rId2"/>
    <p:sldLayoutId id="2147483679"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hf sldNum="0" hdr="0" ftr="0" dt="0"/>
  <p:txStyles>
    <p:titleStyle>
      <a:lvl1pPr algn="l" defTabSz="457200" rtl="0" eaLnBrk="1" fontAlgn="t" latinLnBrk="0" hangingPunct="1">
        <a:spcBef>
          <a:spcPct val="0"/>
        </a:spcBef>
        <a:buNone/>
        <a:defRPr sz="3200" b="1" i="1" kern="1200">
          <a:solidFill>
            <a:srgbClr val="1B567C"/>
          </a:solidFill>
          <a:latin typeface="Calibri" panose="020F0502020204030204" pitchFamily="34" charset="0"/>
          <a:ea typeface="+mj-ea"/>
          <a:cs typeface="Calibri" panose="020F0502020204030204" pitchFamily="34" charset="0"/>
        </a:defRPr>
      </a:lvl1pPr>
    </p:titleStyle>
    <p:body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00200" indent="-228600"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80" userDrawn="1">
          <p15:clr>
            <a:srgbClr val="F26B43"/>
          </p15:clr>
        </p15:guide>
        <p15:guide id="2" pos="3840" userDrawn="1">
          <p15:clr>
            <a:srgbClr val="F26B43"/>
          </p15:clr>
        </p15:guide>
        <p15:guide id="3" pos="370" userDrawn="1">
          <p15:clr>
            <a:srgbClr val="F26B43"/>
          </p15:clr>
        </p15:guide>
        <p15:guide id="4" orient="horz" pos="958" userDrawn="1">
          <p15:clr>
            <a:srgbClr val="F26B43"/>
          </p15:clr>
        </p15:guide>
        <p15:guide id="5" pos="731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58709A8-501E-264A-8352-50884CEFC3DE}"/>
              </a:ext>
            </a:extLst>
          </p:cNvPr>
          <p:cNvSpPr/>
          <p:nvPr userDrawn="1"/>
        </p:nvSpPr>
        <p:spPr>
          <a:xfrm>
            <a:off x="3483864" y="6565611"/>
            <a:ext cx="8708135" cy="292389"/>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effectLst/>
            </a:endParaRPr>
          </a:p>
        </p:txBody>
      </p:sp>
      <p:sp>
        <p:nvSpPr>
          <p:cNvPr id="7" name="Rechteck 6">
            <a:extLst>
              <a:ext uri="{FF2B5EF4-FFF2-40B4-BE49-F238E27FC236}">
                <a16:creationId xmlns:a16="http://schemas.microsoft.com/office/drawing/2014/main" id="{930E90EA-1026-3D4E-8331-923D23E996FB}"/>
              </a:ext>
            </a:extLst>
          </p:cNvPr>
          <p:cNvSpPr/>
          <p:nvPr userDrawn="1"/>
        </p:nvSpPr>
        <p:spPr>
          <a:xfrm>
            <a:off x="0" y="6391661"/>
            <a:ext cx="4470019" cy="466339"/>
          </a:xfrm>
          <a:custGeom>
            <a:avLst/>
            <a:gdLst>
              <a:gd name="connsiteX0" fmla="*/ 0 w 3895344"/>
              <a:gd name="connsiteY0" fmla="*/ 0 h 466339"/>
              <a:gd name="connsiteX1" fmla="*/ 3895344 w 3895344"/>
              <a:gd name="connsiteY1" fmla="*/ 0 h 466339"/>
              <a:gd name="connsiteX2" fmla="*/ 3895344 w 3895344"/>
              <a:gd name="connsiteY2" fmla="*/ 466339 h 466339"/>
              <a:gd name="connsiteX3" fmla="*/ 0 w 3895344"/>
              <a:gd name="connsiteY3" fmla="*/ 466339 h 466339"/>
              <a:gd name="connsiteX4" fmla="*/ 0 w 3895344"/>
              <a:gd name="connsiteY4" fmla="*/ 0 h 466339"/>
              <a:gd name="connsiteX0" fmla="*/ 0 w 4470019"/>
              <a:gd name="connsiteY0" fmla="*/ 0 h 466339"/>
              <a:gd name="connsiteX1" fmla="*/ 3895344 w 4470019"/>
              <a:gd name="connsiteY1" fmla="*/ 0 h 466339"/>
              <a:gd name="connsiteX2" fmla="*/ 4470019 w 4470019"/>
              <a:gd name="connsiteY2" fmla="*/ 466339 h 466339"/>
              <a:gd name="connsiteX3" fmla="*/ 0 w 4470019"/>
              <a:gd name="connsiteY3" fmla="*/ 466339 h 466339"/>
              <a:gd name="connsiteX4" fmla="*/ 0 w 4470019"/>
              <a:gd name="connsiteY4" fmla="*/ 0 h 466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0019" h="466339">
                <a:moveTo>
                  <a:pt x="0" y="0"/>
                </a:moveTo>
                <a:lnTo>
                  <a:pt x="3895344" y="0"/>
                </a:lnTo>
                <a:lnTo>
                  <a:pt x="4470019" y="466339"/>
                </a:lnTo>
                <a:lnTo>
                  <a:pt x="0" y="466339"/>
                </a:lnTo>
                <a:lnTo>
                  <a:pt x="0" y="0"/>
                </a:lnTo>
                <a:close/>
              </a:path>
            </a:pathLst>
          </a:custGeom>
          <a:solidFill>
            <a:srgbClr val="005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2" name="Titelplatzhalter 1"/>
          <p:cNvSpPr>
            <a:spLocks noGrp="1"/>
          </p:cNvSpPr>
          <p:nvPr>
            <p:ph type="title"/>
          </p:nvPr>
        </p:nvSpPr>
        <p:spPr>
          <a:xfrm>
            <a:off x="608013" y="101680"/>
            <a:ext cx="10979150" cy="1143001"/>
          </a:xfrm>
          <a:prstGeom prst="rect">
            <a:avLst/>
          </a:prstGeom>
        </p:spPr>
        <p:txBody>
          <a:bodyPr vert="horz" lIns="91440" tIns="45720" rIns="91440" bIns="45720" rtlCol="0" anchor="ctr">
            <a:normAutofit/>
          </a:bodyPr>
          <a:lstStyle/>
          <a:p>
            <a:r>
              <a:rPr lang="de-DE"/>
              <a:t>Mastertitelformat bearbeiten</a:t>
            </a:r>
          </a:p>
        </p:txBody>
      </p:sp>
      <p:sp>
        <p:nvSpPr>
          <p:cNvPr id="3" name="Textplatzhalter 2"/>
          <p:cNvSpPr>
            <a:spLocks noGrp="1"/>
          </p:cNvSpPr>
          <p:nvPr>
            <p:ph type="body" idx="1"/>
          </p:nvPr>
        </p:nvSpPr>
        <p:spPr>
          <a:xfrm>
            <a:off x="608013" y="1519396"/>
            <a:ext cx="10979150" cy="1731229"/>
          </a:xfrm>
          <a:prstGeom prst="rect">
            <a:avLst/>
          </a:prstGeom>
        </p:spPr>
        <p:txBody>
          <a:bodyPr vert="horz" lIns="91440" tIns="45720" rIns="91440" bIns="45720" rtlCol="0">
            <a:normAutofit/>
          </a:bodyPr>
          <a:lstStyle/>
          <a:p>
            <a:pPr lvl="0"/>
            <a:r>
              <a:rPr lang="de-DE"/>
              <a:t>Erste Ebene</a:t>
            </a:r>
          </a:p>
          <a:p>
            <a:pPr lvl="1"/>
            <a:r>
              <a:rPr lang="de-DE"/>
              <a:t>Zweite Ebene</a:t>
            </a:r>
          </a:p>
          <a:p>
            <a:pPr lvl="2"/>
            <a:r>
              <a:rPr lang="de-DE"/>
              <a:t>Dritte Ebene</a:t>
            </a:r>
          </a:p>
          <a:p>
            <a:pPr lvl="3"/>
            <a:r>
              <a:rPr lang="de-DE"/>
              <a:t>Vierte Ebene</a:t>
            </a:r>
          </a:p>
          <a:p>
            <a:pPr lvl="4"/>
            <a:r>
              <a:rPr lang="de-DE"/>
              <a:t>Fünfte Ebene</a:t>
            </a:r>
          </a:p>
        </p:txBody>
      </p:sp>
      <p:sp>
        <p:nvSpPr>
          <p:cNvPr id="15" name="Titelplatzhalter 1"/>
          <p:cNvSpPr txBox="1">
            <a:spLocks/>
          </p:cNvSpPr>
          <p:nvPr userDrawn="1"/>
        </p:nvSpPr>
        <p:spPr>
          <a:xfrm>
            <a:off x="-1728339" y="-445244"/>
            <a:ext cx="10972800" cy="11430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b="0" i="0" kern="1200">
                <a:solidFill>
                  <a:srgbClr val="FFFFFF"/>
                </a:solidFill>
                <a:latin typeface="FagoOT-MediIta"/>
                <a:ea typeface="+mj-ea"/>
                <a:cs typeface="FagoOT-MediIta"/>
              </a:defRPr>
            </a:lvl1pPr>
          </a:lstStyle>
          <a:p>
            <a:endParaRPr lang="de-DE"/>
          </a:p>
        </p:txBody>
      </p:sp>
      <p:pic>
        <p:nvPicPr>
          <p:cNvPr id="13" name="Grafik 12" descr="Ein Bild, das Pfeil enthält.&#10;&#10;Automatisch generierte Beschreibung">
            <a:extLst>
              <a:ext uri="{FF2B5EF4-FFF2-40B4-BE49-F238E27FC236}">
                <a16:creationId xmlns:a16="http://schemas.microsoft.com/office/drawing/2014/main" id="{1D5534B8-2024-7F4D-91F9-9D9D8CE2C9D5}"/>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705" y="368894"/>
            <a:ext cx="419100" cy="647700"/>
          </a:xfrm>
          <a:prstGeom prst="rect">
            <a:avLst/>
          </a:prstGeom>
        </p:spPr>
      </p:pic>
      <p:sp>
        <p:nvSpPr>
          <p:cNvPr id="16" name="Textfeld 15">
            <a:extLst>
              <a:ext uri="{FF2B5EF4-FFF2-40B4-BE49-F238E27FC236}">
                <a16:creationId xmlns:a16="http://schemas.microsoft.com/office/drawing/2014/main" id="{80B51318-005A-054A-9EFA-97E2E3E26DB5}"/>
              </a:ext>
            </a:extLst>
          </p:cNvPr>
          <p:cNvSpPr txBox="1"/>
          <p:nvPr userDrawn="1"/>
        </p:nvSpPr>
        <p:spPr>
          <a:xfrm>
            <a:off x="10902197" y="6574078"/>
            <a:ext cx="802118" cy="292388"/>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300" b="0" i="0">
                <a:solidFill>
                  <a:schemeClr val="accent4"/>
                </a:solidFill>
                <a:latin typeface="Calibri" panose="020F0502020204030204" pitchFamily="34" charset="0"/>
                <a:cs typeface="Calibri" panose="020F0502020204030204" pitchFamily="34" charset="0"/>
              </a:rPr>
              <a:t>©</a:t>
            </a:r>
            <a:r>
              <a:rPr lang="de-DE" sz="1300" b="0" i="0" baseline="0">
                <a:solidFill>
                  <a:schemeClr val="accent4"/>
                </a:solidFill>
                <a:latin typeface="Calibri" panose="020F0502020204030204" pitchFamily="34" charset="0"/>
                <a:cs typeface="Calibri" panose="020F0502020204030204" pitchFamily="34" charset="0"/>
              </a:rPr>
              <a:t> WSKL</a:t>
            </a:r>
            <a:endParaRPr lang="de-DE" sz="1300" b="0" i="0" baseline="30000" noProof="0">
              <a:solidFill>
                <a:schemeClr val="accent4"/>
              </a:solidFill>
              <a:latin typeface="Calibri" panose="020F0502020204030204" pitchFamily="34" charset="0"/>
              <a:cs typeface="Calibri" panose="020F0502020204030204" pitchFamily="34" charset="0"/>
            </a:endParaRPr>
          </a:p>
        </p:txBody>
      </p:sp>
      <p:pic>
        <p:nvPicPr>
          <p:cNvPr id="8" name="Grafik 7" descr="Ein Bild, das Text, Schrift, Screenshot, Grafiken enthält.&#10;&#10;Automatisch generierte Beschreibung">
            <a:extLst>
              <a:ext uri="{FF2B5EF4-FFF2-40B4-BE49-F238E27FC236}">
                <a16:creationId xmlns:a16="http://schemas.microsoft.com/office/drawing/2014/main" id="{1D893747-1312-7D95-0AF6-8081B21EDA9F}"/>
              </a:ext>
            </a:extLst>
          </p:cNvPr>
          <p:cNvPicPr>
            <a:picLocks noChangeAspect="1"/>
          </p:cNvPicPr>
          <p:nvPr userDrawn="1"/>
        </p:nvPicPr>
        <p:blipFill>
          <a:blip r:embed="rId21"/>
          <a:stretch>
            <a:fillRect/>
          </a:stretch>
        </p:blipFill>
        <p:spPr>
          <a:xfrm>
            <a:off x="511298" y="6297520"/>
            <a:ext cx="1925579" cy="684311"/>
          </a:xfrm>
          <a:prstGeom prst="rect">
            <a:avLst/>
          </a:prstGeom>
        </p:spPr>
      </p:pic>
    </p:spTree>
    <p:extLst>
      <p:ext uri="{BB962C8B-B14F-4D97-AF65-F5344CB8AC3E}">
        <p14:creationId xmlns:p14="http://schemas.microsoft.com/office/powerpoint/2010/main" val="2948797724"/>
      </p:ext>
    </p:extLst>
  </p:cSld>
  <p:clrMap bg1="lt1" tx1="dk1" bg2="lt2" tx2="dk2" accent1="accent1" accent2="accent2" accent3="accent3" accent4="accent4" accent5="accent5" accent6="accent6" hlink="hlink" folHlink="folHlink"/>
  <p:sldLayoutIdLst>
    <p:sldLayoutId id="2147483819" r:id="rId1"/>
    <p:sldLayoutId id="2147483757" r:id="rId2"/>
    <p:sldLayoutId id="2147483758"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 id="2147483812" r:id="rId12"/>
    <p:sldLayoutId id="2147483813" r:id="rId13"/>
    <p:sldLayoutId id="2147483814" r:id="rId14"/>
    <p:sldLayoutId id="2147483815" r:id="rId15"/>
    <p:sldLayoutId id="2147483816" r:id="rId16"/>
    <p:sldLayoutId id="2147483817" r:id="rId17"/>
    <p:sldLayoutId id="2147483818" r:id="rId18"/>
  </p:sldLayoutIdLst>
  <p:hf sldNum="0" hdr="0" ftr="0" dt="0"/>
  <p:txStyles>
    <p:titleStyle>
      <a:lvl1pPr algn="l" defTabSz="457200" rtl="0" eaLnBrk="1" fontAlgn="t" latinLnBrk="0" hangingPunct="1">
        <a:spcBef>
          <a:spcPct val="0"/>
        </a:spcBef>
        <a:buNone/>
        <a:defRPr sz="3200" b="1" i="1" kern="1200">
          <a:solidFill>
            <a:srgbClr val="005A8C"/>
          </a:solidFill>
          <a:latin typeface="Calibri" panose="020F0502020204030204" pitchFamily="34" charset="0"/>
          <a:ea typeface="+mj-ea"/>
          <a:cs typeface="Calibri" panose="020F0502020204030204" pitchFamily="34" charset="0"/>
        </a:defRPr>
      </a:lvl1pPr>
    </p:titleStyle>
    <p:body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00200" indent="-228600"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80">
          <p15:clr>
            <a:srgbClr val="F26B43"/>
          </p15:clr>
        </p15:guide>
        <p15:guide id="2" pos="3840">
          <p15:clr>
            <a:srgbClr val="F26B43"/>
          </p15:clr>
        </p15:guide>
        <p15:guide id="3" pos="370" userDrawn="1">
          <p15:clr>
            <a:srgbClr val="F26B43"/>
          </p15:clr>
        </p15:guide>
        <p15:guide id="4" pos="7310" userDrawn="1">
          <p15:clr>
            <a:srgbClr val="F26B43"/>
          </p15:clr>
        </p15:guide>
        <p15:guide id="5" orient="horz" pos="95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jpeg"/><Relationship Id="rId2" Type="http://schemas.openxmlformats.org/officeDocument/2006/relationships/notesSlide" Target="../notesSlides/notesSlide2.xml"/><Relationship Id="rId1" Type="http://schemas.openxmlformats.org/officeDocument/2006/relationships/slideLayout" Target="../slideLayouts/slideLayout25.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jpeg"/><Relationship Id="rId9" Type="http://schemas.openxmlformats.org/officeDocument/2006/relationships/image" Target="../media/image20.png"/></Relationships>
</file>

<file path=ppt/slides/_rels/slide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jpeg"/><Relationship Id="rId12"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5.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36.jpeg"/></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5.xml"/><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hyperlink" Target="mailto:peter.stein@dfki.de" TargetMode="External"/><Relationship Id="rId2" Type="http://schemas.openxmlformats.org/officeDocument/2006/relationships/notesSlide" Target="../notesSlides/notesSlide8.xml"/><Relationship Id="rId1" Type="http://schemas.openxmlformats.org/officeDocument/2006/relationships/slideLayout" Target="../slideLayouts/slideLayout25.xml"/><Relationship Id="rId4" Type="http://schemas.openxmlformats.org/officeDocument/2006/relationships/hyperlink" Target="http://github.com/Green-AI-Hub-Mittelstand/SUSPEKT" TargetMode="External"/></Relationships>
</file>

<file path=ppt/slides/_rels/slide12.xml.rels><?xml version="1.0" encoding="UTF-8" standalone="yes"?>
<Relationships xmlns="http://schemas.openxmlformats.org/package/2006/relationships"><Relationship Id="rId2" Type="http://schemas.openxmlformats.org/officeDocument/2006/relationships/hyperlink" Target="https://commission.europa.eu/energy-climate-change-environment/standards-tools-and-labels/products-labelling-rules-and-requirements/ecodesign-sustainable-products-regulation_en" TargetMode="Externa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4D2046-8C05-AA44-5266-DB5503D00EFC}"/>
              </a:ext>
            </a:extLst>
          </p:cNvPr>
          <p:cNvSpPr>
            <a:spLocks noGrp="1"/>
          </p:cNvSpPr>
          <p:nvPr>
            <p:ph type="title"/>
          </p:nvPr>
        </p:nvSpPr>
        <p:spPr>
          <a:xfrm>
            <a:off x="484402" y="279768"/>
            <a:ext cx="7302585" cy="2740110"/>
          </a:xfrm>
        </p:spPr>
        <p:txBody>
          <a:bodyPr>
            <a:normAutofit fontScale="90000"/>
          </a:bodyPr>
          <a:lstStyle/>
          <a:p>
            <a:r>
              <a:rPr lang="en-US" sz="3100" i="0" dirty="0">
                <a:latin typeface="+Heading Asian"/>
                <a:ea typeface="Calibri"/>
                <a:cs typeface="Calibri"/>
              </a:rPr>
              <a:t>A Collection-based Digital Product Passport </a:t>
            </a:r>
            <a:br>
              <a:rPr lang="en-US" sz="3100" i="0" dirty="0">
                <a:latin typeface="+Heading Asian"/>
                <a:ea typeface="Calibri"/>
                <a:cs typeface="Calibri"/>
              </a:rPr>
            </a:br>
            <a:r>
              <a:rPr lang="en-US" sz="3100" i="0" dirty="0">
                <a:latin typeface="+Heading Asian"/>
                <a:ea typeface="Calibri"/>
                <a:cs typeface="Calibri"/>
              </a:rPr>
              <a:t>Suitable for Tracking Parts With No ID</a:t>
            </a:r>
            <a:br>
              <a:rPr lang="en-US" sz="2400" i="0" dirty="0">
                <a:latin typeface="+mj-ea"/>
                <a:cs typeface="Calibri"/>
              </a:rPr>
            </a:br>
            <a:br>
              <a:rPr lang="en-US" sz="2400" i="0" dirty="0">
                <a:latin typeface="+mj-ea"/>
                <a:cs typeface="Calibri"/>
              </a:rPr>
            </a:br>
            <a:r>
              <a:rPr lang="en-US" sz="2400" i="0" dirty="0">
                <a:latin typeface="+Heading Asian"/>
                <a:ea typeface="Calibri"/>
                <a:cs typeface="Calibri"/>
              </a:rPr>
              <a:t>Presenter: </a:t>
            </a:r>
            <a:r>
              <a:rPr lang="en-US" sz="2400" i="0" dirty="0">
                <a:latin typeface="Calibri"/>
                <a:ea typeface="Calibri"/>
                <a:cs typeface="Calibri"/>
              </a:rPr>
              <a:t>Peter Stein</a:t>
            </a:r>
            <a:br>
              <a:rPr lang="en-US" sz="2400" i="0" dirty="0">
                <a:latin typeface="+mj-ea"/>
                <a:cs typeface="Calibri"/>
              </a:rPr>
            </a:br>
            <a:br>
              <a:rPr lang="en-US" sz="3100" i="0" dirty="0">
                <a:latin typeface="+mj-ea"/>
                <a:cs typeface="Calibri"/>
              </a:rPr>
            </a:br>
            <a:r>
              <a:rPr lang="en-US" sz="2000" i="0" dirty="0">
                <a:latin typeface="Calibri"/>
                <a:ea typeface="Calibri"/>
                <a:cs typeface="Calibri"/>
              </a:rPr>
              <a:t>Jonas </a:t>
            </a:r>
            <a:r>
              <a:rPr lang="en-US" sz="2000" i="0" dirty="0" err="1">
                <a:latin typeface="Calibri"/>
                <a:ea typeface="Calibri"/>
                <a:cs typeface="Calibri"/>
              </a:rPr>
              <a:t>Brozeit</a:t>
            </a:r>
            <a:r>
              <a:rPr lang="en-US" sz="2000" i="0" dirty="0">
                <a:latin typeface="Calibri"/>
                <a:ea typeface="Calibri"/>
                <a:cs typeface="Calibri"/>
              </a:rPr>
              <a:t>, Abdullah Farrukh,  Peter Stein,</a:t>
            </a:r>
            <a:br>
              <a:rPr lang="en-US" sz="2000" i="0" dirty="0">
                <a:latin typeface="Calibri"/>
                <a:ea typeface="Calibri"/>
                <a:cs typeface="Calibri"/>
              </a:rPr>
            </a:br>
            <a:r>
              <a:rPr lang="en-US" sz="2000" i="0" dirty="0">
                <a:latin typeface="Calibri"/>
                <a:ea typeface="Calibri"/>
                <a:cs typeface="Calibri"/>
              </a:rPr>
              <a:t>Christiane </a:t>
            </a:r>
            <a:r>
              <a:rPr lang="en-US" sz="2000" i="0" dirty="0" err="1">
                <a:latin typeface="Calibri"/>
                <a:ea typeface="Calibri"/>
                <a:cs typeface="Calibri"/>
              </a:rPr>
              <a:t>Plociennik</a:t>
            </a:r>
            <a:r>
              <a:rPr lang="en-US" sz="2000" i="0" dirty="0">
                <a:latin typeface="Calibri"/>
                <a:ea typeface="Calibri"/>
                <a:cs typeface="Calibri"/>
              </a:rPr>
              <a:t>, Martin Ruskowski</a:t>
            </a:r>
            <a:br>
              <a:rPr lang="en-US" sz="2200" i="0" dirty="0">
                <a:latin typeface="+mj-ea"/>
                <a:cs typeface="Calibri"/>
              </a:rPr>
            </a:br>
            <a:br>
              <a:rPr lang="en-US" sz="2200" i="0" dirty="0">
                <a:latin typeface="+mj-ea"/>
                <a:cs typeface="Calibri"/>
              </a:rPr>
            </a:br>
            <a:r>
              <a:rPr lang="en-US" sz="2000" i="0" dirty="0">
                <a:latin typeface="Calibri"/>
                <a:ea typeface="Calibri"/>
                <a:cs typeface="Calibri"/>
              </a:rPr>
              <a:t>14.11.2025</a:t>
            </a:r>
            <a:endParaRPr lang="de-DE" sz="2000" i="0" dirty="0">
              <a:ea typeface="Calibri"/>
            </a:endParaRPr>
          </a:p>
        </p:txBody>
      </p:sp>
      <p:sp>
        <p:nvSpPr>
          <p:cNvPr id="4" name="Titel 1">
            <a:extLst>
              <a:ext uri="{FF2B5EF4-FFF2-40B4-BE49-F238E27FC236}">
                <a16:creationId xmlns:a16="http://schemas.microsoft.com/office/drawing/2014/main" id="{5A183B34-FAB1-B9F7-79AC-156630A6EC42}"/>
              </a:ext>
            </a:extLst>
          </p:cNvPr>
          <p:cNvSpPr txBox="1">
            <a:spLocks/>
          </p:cNvSpPr>
          <p:nvPr/>
        </p:nvSpPr>
        <p:spPr>
          <a:xfrm>
            <a:off x="4893492" y="4662582"/>
            <a:ext cx="7302585" cy="2740110"/>
          </a:xfrm>
          <a:prstGeom prst="rect">
            <a:avLst/>
          </a:prstGeom>
        </p:spPr>
        <p:txBody>
          <a:bodyPr vert="horz" lIns="91440" tIns="45720" rIns="91440" bIns="45720" rtlCol="0" anchor="ctr">
            <a:normAutofit fontScale="97500"/>
          </a:bodyPr>
          <a:lstStyle>
            <a:lvl1pPr algn="l" defTabSz="457200" rtl="0" eaLnBrk="1" fontAlgn="t" latinLnBrk="0" hangingPunct="1">
              <a:lnSpc>
                <a:spcPct val="100000"/>
              </a:lnSpc>
              <a:spcBef>
                <a:spcPct val="0"/>
              </a:spcBef>
              <a:buNone/>
              <a:defRPr sz="4000" b="1" i="1" kern="1200">
                <a:solidFill>
                  <a:srgbClr val="FFFFFF"/>
                </a:solidFill>
                <a:latin typeface="Calibri" panose="020F0502020204030204" pitchFamily="34" charset="0"/>
                <a:ea typeface="+mj-ea"/>
                <a:cs typeface="Calibri" panose="020F0502020204030204" pitchFamily="34" charset="0"/>
              </a:defRPr>
            </a:lvl1pPr>
          </a:lstStyle>
          <a:p>
            <a:pPr algn="r"/>
            <a:r>
              <a:rPr lang="en-US" sz="2000" b="0" i="0" dirty="0">
                <a:solidFill>
                  <a:srgbClr val="143353"/>
                </a:solidFill>
                <a:latin typeface="Calibri"/>
                <a:ea typeface="Calibri"/>
                <a:cs typeface="Calibri"/>
              </a:rPr>
              <a:t>ISM 2025 </a:t>
            </a:r>
            <a:endParaRPr lang="en-US" dirty="0">
              <a:solidFill>
                <a:srgbClr val="143353"/>
              </a:solidFill>
              <a:ea typeface="Calibri" panose="020F0502020204030204" pitchFamily="34" charset="0"/>
            </a:endParaRPr>
          </a:p>
          <a:p>
            <a:pPr algn="r"/>
            <a:r>
              <a:rPr lang="en-US" sz="2000" b="0" i="0" dirty="0">
                <a:solidFill>
                  <a:srgbClr val="143353"/>
                </a:solidFill>
                <a:latin typeface="Calibri"/>
                <a:ea typeface="Calibri"/>
                <a:cs typeface="Calibri"/>
              </a:rPr>
              <a:t>International Conference on </a:t>
            </a:r>
            <a:endParaRPr lang="en-US">
              <a:solidFill>
                <a:srgbClr val="143353"/>
              </a:solidFill>
              <a:ea typeface="Calibri" panose="020F0502020204030204" pitchFamily="34" charset="0"/>
            </a:endParaRPr>
          </a:p>
          <a:p>
            <a:pPr algn="r"/>
            <a:r>
              <a:rPr lang="en-US" sz="2000" b="0" i="0" dirty="0">
                <a:solidFill>
                  <a:srgbClr val="143353"/>
                </a:solidFill>
                <a:latin typeface="Calibri"/>
                <a:ea typeface="Calibri"/>
                <a:cs typeface="Calibri"/>
              </a:rPr>
              <a:t>Industry of the Future and Smart Manufacturing</a:t>
            </a:r>
            <a:endParaRPr lang="en-US">
              <a:solidFill>
                <a:srgbClr val="143353"/>
              </a:solidFill>
              <a:ea typeface="Calibri"/>
            </a:endParaRPr>
          </a:p>
        </p:txBody>
      </p:sp>
    </p:spTree>
    <p:extLst>
      <p:ext uri="{BB962C8B-B14F-4D97-AF65-F5344CB8AC3E}">
        <p14:creationId xmlns:p14="http://schemas.microsoft.com/office/powerpoint/2010/main" val="1093233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1FA9-F1FB-D059-1554-546DFE5EAA5E}"/>
              </a:ext>
            </a:extLst>
          </p:cNvPr>
          <p:cNvSpPr>
            <a:spLocks noGrp="1"/>
          </p:cNvSpPr>
          <p:nvPr>
            <p:ph type="title"/>
          </p:nvPr>
        </p:nvSpPr>
        <p:spPr/>
        <p:txBody>
          <a:bodyPr/>
          <a:lstStyle/>
          <a:p>
            <a:r>
              <a:rPr lang="en-US" dirty="0">
                <a:latin typeface="Calibri"/>
                <a:ea typeface="Calibri"/>
                <a:cs typeface="Calibri"/>
              </a:rPr>
              <a:t>Motivation</a:t>
            </a:r>
            <a:endParaRPr lang="en-US" dirty="0"/>
          </a:p>
        </p:txBody>
      </p:sp>
      <p:sp>
        <p:nvSpPr>
          <p:cNvPr id="7" name="Text Placeholder 3">
            <a:extLst>
              <a:ext uri="{FF2B5EF4-FFF2-40B4-BE49-F238E27FC236}">
                <a16:creationId xmlns:a16="http://schemas.microsoft.com/office/drawing/2014/main" id="{6D891BEB-DC92-0F2B-3FDD-3C161DDC856E}"/>
              </a:ext>
            </a:extLst>
          </p:cNvPr>
          <p:cNvSpPr txBox="1">
            <a:spLocks/>
          </p:cNvSpPr>
          <p:nvPr/>
        </p:nvSpPr>
        <p:spPr>
          <a:xfrm>
            <a:off x="609600" y="1520824"/>
            <a:ext cx="10989888" cy="432117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11313" indent="-239713"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Calibri"/>
                <a:ea typeface="Calibri"/>
                <a:cs typeface="Calibri"/>
              </a:rPr>
              <a:t>Ecodesign for Sustainable Products Regulation (ESPR) will require Digital Product Passports (DPPs) for many product groups like textiles, batteries, consumer electronics and furniture</a:t>
            </a:r>
          </a:p>
          <a:p>
            <a:endParaRPr lang="en-US" sz="1000" dirty="0">
              <a:solidFill>
                <a:srgbClr val="706F6F"/>
              </a:solidFill>
              <a:latin typeface="Calibri"/>
              <a:ea typeface="Calibri"/>
              <a:cs typeface="Calibri"/>
            </a:endParaRPr>
          </a:p>
          <a:p>
            <a:r>
              <a:rPr lang="en-US" dirty="0">
                <a:solidFill>
                  <a:srgbClr val="706F6F"/>
                </a:solidFill>
                <a:latin typeface="Calibri"/>
                <a:ea typeface="Calibri"/>
                <a:cs typeface="Calibri"/>
              </a:rPr>
              <a:t>DPPs will contain information on sustainability performance, repairability, and end-of-life information</a:t>
            </a:r>
          </a:p>
          <a:p>
            <a:endParaRPr lang="en-US" sz="1000" dirty="0">
              <a:solidFill>
                <a:srgbClr val="706F6F"/>
              </a:solidFill>
              <a:latin typeface="Calibri"/>
              <a:ea typeface="Calibri"/>
              <a:cs typeface="Calibri"/>
            </a:endParaRPr>
          </a:p>
          <a:p>
            <a:r>
              <a:rPr lang="en-US" dirty="0">
                <a:solidFill>
                  <a:srgbClr val="706F6F"/>
                </a:solidFill>
                <a:latin typeface="Calibri"/>
                <a:ea typeface="Calibri"/>
                <a:cs typeface="Calibri"/>
              </a:rPr>
              <a:t>European Commission's approach to more environmentally sustainable and circular products. </a:t>
            </a:r>
          </a:p>
          <a:p>
            <a:endParaRPr lang="en-US" sz="1000" dirty="0">
              <a:solidFill>
                <a:srgbClr val="706F6F"/>
              </a:solidFill>
              <a:latin typeface="Calibri"/>
              <a:ea typeface="Calibri"/>
              <a:cs typeface="Calibri"/>
            </a:endParaRPr>
          </a:p>
          <a:p>
            <a:r>
              <a:rPr lang="en-US" dirty="0">
                <a:solidFill>
                  <a:srgbClr val="706F6F"/>
                </a:solidFill>
                <a:latin typeface="Calibri"/>
                <a:ea typeface="Calibri"/>
                <a:cs typeface="Calibri"/>
              </a:rPr>
              <a:t>System180 builds modular furniture through stainless tube systems designed for 20+ years of reuse</a:t>
            </a:r>
          </a:p>
          <a:p>
            <a:endParaRPr lang="en-US" dirty="0">
              <a:solidFill>
                <a:srgbClr val="706F6F"/>
              </a:solidFill>
              <a:latin typeface="Calibri"/>
              <a:ea typeface="Calibri"/>
              <a:cs typeface="Calibri"/>
            </a:endParaRPr>
          </a:p>
          <a:p>
            <a:endParaRPr lang="en-US" dirty="0">
              <a:latin typeface="Calibri"/>
              <a:ea typeface="Calibri"/>
              <a:cs typeface="Calibri"/>
            </a:endParaRPr>
          </a:p>
          <a:p>
            <a:endParaRPr lang="en-US" dirty="0">
              <a:latin typeface="Calibri"/>
              <a:ea typeface="Calibri"/>
              <a:cs typeface="Calibri"/>
            </a:endParaRPr>
          </a:p>
        </p:txBody>
      </p:sp>
      <p:pic>
        <p:nvPicPr>
          <p:cNvPr id="8" name="Picture 7" descr="A diagram of electronic components&#10;&#10;AI-generated content may be incorrect.">
            <a:extLst>
              <a:ext uri="{FF2B5EF4-FFF2-40B4-BE49-F238E27FC236}">
                <a16:creationId xmlns:a16="http://schemas.microsoft.com/office/drawing/2014/main" id="{E5768E3A-9B52-EFF2-7347-BE65E7A321FE}"/>
              </a:ext>
            </a:extLst>
          </p:cNvPr>
          <p:cNvPicPr>
            <a:picLocks noChangeAspect="1"/>
          </p:cNvPicPr>
          <p:nvPr/>
        </p:nvPicPr>
        <p:blipFill>
          <a:blip r:embed="rId3"/>
          <a:srcRect l="2124" t="7579" r="2451" b="14423"/>
          <a:stretch>
            <a:fillRect/>
          </a:stretch>
        </p:blipFill>
        <p:spPr>
          <a:xfrm>
            <a:off x="1175682" y="3800916"/>
            <a:ext cx="3744522" cy="2042795"/>
          </a:xfrm>
          <a:prstGeom prst="rect">
            <a:avLst/>
          </a:prstGeom>
        </p:spPr>
      </p:pic>
      <p:pic>
        <p:nvPicPr>
          <p:cNvPr id="9" name="Picture 8" descr="A white cube with three drawers&#10;&#10;AI-generated content may be incorrect.">
            <a:extLst>
              <a:ext uri="{FF2B5EF4-FFF2-40B4-BE49-F238E27FC236}">
                <a16:creationId xmlns:a16="http://schemas.microsoft.com/office/drawing/2014/main" id="{50BB2A02-8129-8A4E-CDE9-245468077608}"/>
              </a:ext>
            </a:extLst>
          </p:cNvPr>
          <p:cNvPicPr>
            <a:picLocks noChangeAspect="1"/>
          </p:cNvPicPr>
          <p:nvPr/>
        </p:nvPicPr>
        <p:blipFill>
          <a:blip r:embed="rId4"/>
          <a:srcRect l="28136" t="15417" r="31887" b="11250"/>
          <a:stretch>
            <a:fillRect/>
          </a:stretch>
        </p:blipFill>
        <p:spPr>
          <a:xfrm>
            <a:off x="6528042" y="4380449"/>
            <a:ext cx="1141631" cy="1135314"/>
          </a:xfrm>
          <a:prstGeom prst="rect">
            <a:avLst/>
          </a:prstGeom>
        </p:spPr>
      </p:pic>
      <p:pic>
        <p:nvPicPr>
          <p:cNvPr id="10" name="Picture 9" descr="A black background with a dice&#10;&#10;AI-generated content may be incorrect.">
            <a:extLst>
              <a:ext uri="{FF2B5EF4-FFF2-40B4-BE49-F238E27FC236}">
                <a16:creationId xmlns:a16="http://schemas.microsoft.com/office/drawing/2014/main" id="{16320D53-91D4-EF0E-6609-5C3380D9D1A5}"/>
              </a:ext>
            </a:extLst>
          </p:cNvPr>
          <p:cNvPicPr>
            <a:picLocks noChangeAspect="1"/>
          </p:cNvPicPr>
          <p:nvPr/>
        </p:nvPicPr>
        <p:blipFill>
          <a:blip r:embed="rId5"/>
          <a:stretch>
            <a:fillRect/>
          </a:stretch>
        </p:blipFill>
        <p:spPr>
          <a:xfrm>
            <a:off x="7975699" y="5450916"/>
            <a:ext cx="1817982" cy="836790"/>
          </a:xfrm>
          <a:prstGeom prst="rect">
            <a:avLst/>
          </a:prstGeom>
        </p:spPr>
      </p:pic>
      <p:pic>
        <p:nvPicPr>
          <p:cNvPr id="11" name="Picture 10" descr="A close up of a screw&#10;&#10;AI-generated content may be incorrect.">
            <a:extLst>
              <a:ext uri="{FF2B5EF4-FFF2-40B4-BE49-F238E27FC236}">
                <a16:creationId xmlns:a16="http://schemas.microsoft.com/office/drawing/2014/main" id="{B0E4EA57-8D3D-B7F2-F8F0-9DDB91D8B4AD}"/>
              </a:ext>
            </a:extLst>
          </p:cNvPr>
          <p:cNvPicPr>
            <a:picLocks noChangeAspect="1"/>
          </p:cNvPicPr>
          <p:nvPr/>
        </p:nvPicPr>
        <p:blipFill>
          <a:blip r:embed="rId6"/>
          <a:stretch>
            <a:fillRect/>
          </a:stretch>
        </p:blipFill>
        <p:spPr>
          <a:xfrm>
            <a:off x="7757829" y="4378811"/>
            <a:ext cx="689327" cy="443911"/>
          </a:xfrm>
          <a:prstGeom prst="rect">
            <a:avLst/>
          </a:prstGeom>
        </p:spPr>
      </p:pic>
      <p:pic>
        <p:nvPicPr>
          <p:cNvPr id="13" name="Picture 12" descr="A grey square with holes&#10;&#10;AI-generated content may be incorrect.">
            <a:extLst>
              <a:ext uri="{FF2B5EF4-FFF2-40B4-BE49-F238E27FC236}">
                <a16:creationId xmlns:a16="http://schemas.microsoft.com/office/drawing/2014/main" id="{B5D1A2EA-A1CC-72F1-64A5-E494636B406E}"/>
              </a:ext>
            </a:extLst>
          </p:cNvPr>
          <p:cNvPicPr>
            <a:picLocks noChangeAspect="1"/>
          </p:cNvPicPr>
          <p:nvPr/>
        </p:nvPicPr>
        <p:blipFill>
          <a:blip r:embed="rId7"/>
          <a:stretch>
            <a:fillRect/>
          </a:stretch>
        </p:blipFill>
        <p:spPr>
          <a:xfrm>
            <a:off x="8412660" y="4382405"/>
            <a:ext cx="387350" cy="443912"/>
          </a:xfrm>
          <a:prstGeom prst="rect">
            <a:avLst/>
          </a:prstGeom>
        </p:spPr>
      </p:pic>
      <p:pic>
        <p:nvPicPr>
          <p:cNvPr id="15" name="Picture 14" descr="A green and blue metal parts&#10;&#10;AI-generated content may be incorrect.">
            <a:extLst>
              <a:ext uri="{FF2B5EF4-FFF2-40B4-BE49-F238E27FC236}">
                <a16:creationId xmlns:a16="http://schemas.microsoft.com/office/drawing/2014/main" id="{E7BB0968-8293-3054-EBB5-4066D94525CA}"/>
              </a:ext>
            </a:extLst>
          </p:cNvPr>
          <p:cNvPicPr>
            <a:picLocks noChangeAspect="1"/>
          </p:cNvPicPr>
          <p:nvPr/>
        </p:nvPicPr>
        <p:blipFill>
          <a:blip r:embed="rId8"/>
          <a:stretch>
            <a:fillRect/>
          </a:stretch>
        </p:blipFill>
        <p:spPr>
          <a:xfrm>
            <a:off x="7759496" y="4840041"/>
            <a:ext cx="679333" cy="613245"/>
          </a:xfrm>
          <a:prstGeom prst="rect">
            <a:avLst/>
          </a:prstGeom>
        </p:spPr>
      </p:pic>
      <p:pic>
        <p:nvPicPr>
          <p:cNvPr id="16" name="Picture 15" descr="A close-up of a red metal arm&#10;&#10;AI-generated content may be incorrect.">
            <a:extLst>
              <a:ext uri="{FF2B5EF4-FFF2-40B4-BE49-F238E27FC236}">
                <a16:creationId xmlns:a16="http://schemas.microsoft.com/office/drawing/2014/main" id="{07A398C5-93A9-B8CC-FBDD-434017A22C81}"/>
              </a:ext>
            </a:extLst>
          </p:cNvPr>
          <p:cNvPicPr>
            <a:picLocks noChangeAspect="1"/>
          </p:cNvPicPr>
          <p:nvPr/>
        </p:nvPicPr>
        <p:blipFill>
          <a:blip r:embed="rId9"/>
          <a:stretch>
            <a:fillRect/>
          </a:stretch>
        </p:blipFill>
        <p:spPr>
          <a:xfrm>
            <a:off x="8331940" y="4855281"/>
            <a:ext cx="676758" cy="593261"/>
          </a:xfrm>
          <a:prstGeom prst="rect">
            <a:avLst/>
          </a:prstGeom>
        </p:spPr>
      </p:pic>
      <p:pic>
        <p:nvPicPr>
          <p:cNvPr id="17" name="Picture 16" descr="A close up of a tube&#10;&#10;AI-generated content may be incorrect.">
            <a:extLst>
              <a:ext uri="{FF2B5EF4-FFF2-40B4-BE49-F238E27FC236}">
                <a16:creationId xmlns:a16="http://schemas.microsoft.com/office/drawing/2014/main" id="{1EC74110-A9BD-0F7E-234F-CB5548101245}"/>
              </a:ext>
            </a:extLst>
          </p:cNvPr>
          <p:cNvPicPr>
            <a:picLocks noChangeAspect="1"/>
          </p:cNvPicPr>
          <p:nvPr/>
        </p:nvPicPr>
        <p:blipFill>
          <a:blip r:embed="rId10"/>
          <a:stretch>
            <a:fillRect/>
          </a:stretch>
        </p:blipFill>
        <p:spPr>
          <a:xfrm>
            <a:off x="8753814" y="4376598"/>
            <a:ext cx="633098" cy="450110"/>
          </a:xfrm>
          <a:prstGeom prst="rect">
            <a:avLst/>
          </a:prstGeom>
        </p:spPr>
      </p:pic>
      <p:pic>
        <p:nvPicPr>
          <p:cNvPr id="18" name="Picture 17">
            <a:extLst>
              <a:ext uri="{FF2B5EF4-FFF2-40B4-BE49-F238E27FC236}">
                <a16:creationId xmlns:a16="http://schemas.microsoft.com/office/drawing/2014/main" id="{42A93926-3245-925C-56D8-0D05F89E9118}"/>
              </a:ext>
            </a:extLst>
          </p:cNvPr>
          <p:cNvPicPr>
            <a:picLocks noChangeAspect="1"/>
          </p:cNvPicPr>
          <p:nvPr/>
        </p:nvPicPr>
        <p:blipFill>
          <a:blip r:embed="rId11"/>
          <a:stretch>
            <a:fillRect/>
          </a:stretch>
        </p:blipFill>
        <p:spPr>
          <a:xfrm>
            <a:off x="8881921" y="4824801"/>
            <a:ext cx="563765" cy="612555"/>
          </a:xfrm>
          <a:prstGeom prst="rect">
            <a:avLst/>
          </a:prstGeom>
        </p:spPr>
      </p:pic>
      <p:pic>
        <p:nvPicPr>
          <p:cNvPr id="19" name="Picture 18" descr="A white and black cabinet&#10;&#10;AI-generated content may be incorrect.">
            <a:extLst>
              <a:ext uri="{FF2B5EF4-FFF2-40B4-BE49-F238E27FC236}">
                <a16:creationId xmlns:a16="http://schemas.microsoft.com/office/drawing/2014/main" id="{F452458D-9E16-A829-4E08-2EC86EBD38E1}"/>
              </a:ext>
            </a:extLst>
          </p:cNvPr>
          <p:cNvPicPr>
            <a:picLocks noChangeAspect="1"/>
          </p:cNvPicPr>
          <p:nvPr/>
        </p:nvPicPr>
        <p:blipFill>
          <a:blip r:embed="rId12"/>
          <a:srcRect l="6369" t="3535" r="4328" b="4166"/>
          <a:stretch>
            <a:fillRect/>
          </a:stretch>
        </p:blipFill>
        <p:spPr>
          <a:xfrm>
            <a:off x="9672641" y="4422421"/>
            <a:ext cx="1868003" cy="973831"/>
          </a:xfrm>
          <a:prstGeom prst="rect">
            <a:avLst/>
          </a:prstGeom>
        </p:spPr>
      </p:pic>
    </p:spTree>
    <p:extLst>
      <p:ext uri="{BB962C8B-B14F-4D97-AF65-F5344CB8AC3E}">
        <p14:creationId xmlns:p14="http://schemas.microsoft.com/office/powerpoint/2010/main" val="2343661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3713-7958-0EE8-7585-816EEF3906AF}"/>
              </a:ext>
            </a:extLst>
          </p:cNvPr>
          <p:cNvSpPr>
            <a:spLocks noGrp="1"/>
          </p:cNvSpPr>
          <p:nvPr>
            <p:ph type="title"/>
          </p:nvPr>
        </p:nvSpPr>
        <p:spPr/>
        <p:txBody>
          <a:bodyPr/>
          <a:lstStyle/>
          <a:p>
            <a:r>
              <a:rPr lang="en-US" dirty="0">
                <a:latin typeface="Calibri"/>
                <a:ea typeface="Calibri"/>
                <a:cs typeface="Calibri"/>
              </a:rPr>
              <a:t>Solution Concept: Collections</a:t>
            </a:r>
            <a:endParaRPr lang="en-US" dirty="0"/>
          </a:p>
        </p:txBody>
      </p:sp>
      <p:pic>
        <p:nvPicPr>
          <p:cNvPr id="18" name="Content Placeholder 17" descr="A diagram of a computer system&#10;&#10;AI-generated content may be incorrect.">
            <a:extLst>
              <a:ext uri="{FF2B5EF4-FFF2-40B4-BE49-F238E27FC236}">
                <a16:creationId xmlns:a16="http://schemas.microsoft.com/office/drawing/2014/main" id="{E293B30F-B24B-2B90-F80B-0C2E93F0C67C}"/>
              </a:ext>
            </a:extLst>
          </p:cNvPr>
          <p:cNvPicPr>
            <a:picLocks noGrp="1" noChangeAspect="1"/>
          </p:cNvPicPr>
          <p:nvPr>
            <p:ph idx="1"/>
          </p:nvPr>
        </p:nvPicPr>
        <p:blipFill>
          <a:blip r:embed="rId3"/>
          <a:stretch>
            <a:fillRect/>
          </a:stretch>
        </p:blipFill>
        <p:spPr>
          <a:xfrm>
            <a:off x="180329" y="2143379"/>
            <a:ext cx="11834518" cy="3997991"/>
          </a:xfrm>
          <a:prstGeom prst="rect">
            <a:avLst/>
          </a:prstGeom>
        </p:spPr>
      </p:pic>
      <p:sp>
        <p:nvSpPr>
          <p:cNvPr id="20" name="Text Placeholder 3">
            <a:extLst>
              <a:ext uri="{FF2B5EF4-FFF2-40B4-BE49-F238E27FC236}">
                <a16:creationId xmlns:a16="http://schemas.microsoft.com/office/drawing/2014/main" id="{FAA341B4-BAD8-83F8-458E-12F98B1FCA6E}"/>
              </a:ext>
            </a:extLst>
          </p:cNvPr>
          <p:cNvSpPr txBox="1">
            <a:spLocks/>
          </p:cNvSpPr>
          <p:nvPr/>
        </p:nvSpPr>
        <p:spPr>
          <a:xfrm>
            <a:off x="609600" y="1313861"/>
            <a:ext cx="10980481" cy="4528139"/>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11313" indent="-239713"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Calibri"/>
                <a:ea typeface="Calibri"/>
                <a:cs typeface="Calibri"/>
              </a:rPr>
              <a:t>YOLOv11 models trained on synthetic data (NVIDIA Isaac Sim) and labeled photos</a:t>
            </a:r>
            <a:endParaRPr lang="en-US" dirty="0">
              <a:ea typeface="Calibri"/>
            </a:endParaRPr>
          </a:p>
        </p:txBody>
      </p:sp>
    </p:spTree>
    <p:extLst>
      <p:ext uri="{BB962C8B-B14F-4D97-AF65-F5344CB8AC3E}">
        <p14:creationId xmlns:p14="http://schemas.microsoft.com/office/powerpoint/2010/main" val="2978797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0EC875-2F68-7691-E1E6-B86115EC5930}"/>
              </a:ext>
            </a:extLst>
          </p:cNvPr>
          <p:cNvSpPr>
            <a:spLocks noGrp="1"/>
          </p:cNvSpPr>
          <p:nvPr>
            <p:ph idx="1"/>
          </p:nvPr>
        </p:nvSpPr>
        <p:spPr/>
        <p:txBody>
          <a:bodyPr vert="horz" lIns="91440" tIns="45720" rIns="91440" bIns="45720" rtlCol="0" anchor="t">
            <a:normAutofit/>
          </a:bodyPr>
          <a:lstStyle/>
          <a:p>
            <a:r>
              <a:rPr lang="en-US" dirty="0">
                <a:solidFill>
                  <a:srgbClr val="111827"/>
                </a:solidFill>
                <a:latin typeface="Calibri"/>
                <a:ea typeface="Calibri"/>
                <a:cs typeface="Calibri"/>
              </a:rPr>
              <a:t>YOLOv11 (real photos)</a:t>
            </a:r>
          </a:p>
          <a:p>
            <a:r>
              <a:rPr lang="en-US" dirty="0">
                <a:solidFill>
                  <a:srgbClr val="111827"/>
                </a:solidFill>
                <a:latin typeface="Calibri"/>
                <a:ea typeface="Calibri"/>
                <a:cs typeface="Calibri"/>
              </a:rPr>
              <a:t>YOLOv11 (synthetic data) </a:t>
            </a:r>
          </a:p>
          <a:p>
            <a:r>
              <a:rPr lang="en-US" dirty="0">
                <a:solidFill>
                  <a:srgbClr val="111827"/>
                </a:solidFill>
                <a:latin typeface="Calibri"/>
                <a:ea typeface="Calibri"/>
                <a:cs typeface="Calibri"/>
              </a:rPr>
              <a:t>fused via </a:t>
            </a:r>
            <a:r>
              <a:rPr lang="en-US" dirty="0" err="1">
                <a:solidFill>
                  <a:srgbClr val="111827"/>
                </a:solidFill>
                <a:latin typeface="Calibri"/>
                <a:ea typeface="Calibri"/>
                <a:cs typeface="Calibri"/>
              </a:rPr>
              <a:t>IoU</a:t>
            </a:r>
            <a:r>
              <a:rPr lang="en-US" dirty="0">
                <a:solidFill>
                  <a:srgbClr val="111827"/>
                </a:solidFill>
                <a:latin typeface="Calibri"/>
                <a:ea typeface="Calibri"/>
                <a:cs typeface="Calibri"/>
              </a:rPr>
              <a:t> voting</a:t>
            </a:r>
            <a:endParaRPr lang="en-US" dirty="0">
              <a:solidFill>
                <a:srgbClr val="706F6F"/>
              </a:solidFill>
              <a:ea typeface="Calibri" panose="020F0502020204030204" pitchFamily="34" charset="0"/>
            </a:endParaRPr>
          </a:p>
          <a:p>
            <a:endParaRPr lang="en-US" dirty="0">
              <a:solidFill>
                <a:srgbClr val="111827"/>
              </a:solidFill>
              <a:latin typeface="Calibri"/>
              <a:ea typeface="Calibri"/>
              <a:cs typeface="Calibri"/>
            </a:endParaRPr>
          </a:p>
          <a:p>
            <a:r>
              <a:rPr lang="en-US" dirty="0">
                <a:solidFill>
                  <a:srgbClr val="111827"/>
                </a:solidFill>
                <a:latin typeface="Calibri"/>
                <a:ea typeface="Calibri"/>
                <a:cs typeface="Calibri"/>
              </a:rPr>
              <a:t>Custom CNN for condition (okay, scratch, dent ).</a:t>
            </a:r>
          </a:p>
          <a:p>
            <a:endParaRPr lang="en-US" dirty="0">
              <a:solidFill>
                <a:srgbClr val="111827"/>
              </a:solidFill>
              <a:latin typeface="Calibri"/>
              <a:ea typeface="Calibri"/>
              <a:cs typeface="Calibri"/>
            </a:endParaRPr>
          </a:p>
          <a:p>
            <a:r>
              <a:rPr lang="en-US" dirty="0">
                <a:solidFill>
                  <a:srgbClr val="111827"/>
                </a:solidFill>
                <a:latin typeface="Calibri"/>
                <a:ea typeface="Calibri"/>
                <a:cs typeface="Calibri"/>
              </a:rPr>
              <a:t>Color &amp; coating via K-Means palettes</a:t>
            </a:r>
          </a:p>
          <a:p>
            <a:endParaRPr lang="en-US" dirty="0">
              <a:solidFill>
                <a:srgbClr val="111827"/>
              </a:solidFill>
              <a:latin typeface="Calibri"/>
              <a:ea typeface="Calibri"/>
              <a:cs typeface="Calibri"/>
            </a:endParaRPr>
          </a:p>
          <a:p>
            <a:r>
              <a:rPr lang="en-US" dirty="0">
                <a:solidFill>
                  <a:srgbClr val="111827"/>
                </a:solidFill>
                <a:latin typeface="Calibri"/>
                <a:ea typeface="Calibri"/>
                <a:cs typeface="Calibri"/>
              </a:rPr>
              <a:t>≈10k Isaac-Sim renders + ≈1k labeled factory photos (Label Studio workflow).</a:t>
            </a:r>
          </a:p>
          <a:p>
            <a:endParaRPr lang="en-US" dirty="0">
              <a:solidFill>
                <a:srgbClr val="111827"/>
              </a:solidFill>
              <a:ea typeface="Calibri"/>
            </a:endParaRPr>
          </a:p>
        </p:txBody>
      </p:sp>
      <p:sp>
        <p:nvSpPr>
          <p:cNvPr id="3" name="Title 2">
            <a:extLst>
              <a:ext uri="{FF2B5EF4-FFF2-40B4-BE49-F238E27FC236}">
                <a16:creationId xmlns:a16="http://schemas.microsoft.com/office/drawing/2014/main" id="{C8DCDF75-7F5E-5BF6-AA26-CED9094981D8}"/>
              </a:ext>
            </a:extLst>
          </p:cNvPr>
          <p:cNvSpPr>
            <a:spLocks noGrp="1"/>
          </p:cNvSpPr>
          <p:nvPr>
            <p:ph type="title"/>
          </p:nvPr>
        </p:nvSpPr>
        <p:spPr/>
        <p:txBody>
          <a:bodyPr/>
          <a:lstStyle/>
          <a:p>
            <a:r>
              <a:rPr lang="en-US" dirty="0">
                <a:latin typeface="Calibri"/>
                <a:ea typeface="Calibri"/>
                <a:cs typeface="Calibri"/>
              </a:rPr>
              <a:t>Training</a:t>
            </a:r>
            <a:endParaRPr lang="en-US" dirty="0"/>
          </a:p>
        </p:txBody>
      </p:sp>
    </p:spTree>
    <p:extLst>
      <p:ext uri="{BB962C8B-B14F-4D97-AF65-F5344CB8AC3E}">
        <p14:creationId xmlns:p14="http://schemas.microsoft.com/office/powerpoint/2010/main" val="2008323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descr="A screenshot of a computer&#10;&#10;AI-generated content may be incorrect.">
            <a:extLst>
              <a:ext uri="{FF2B5EF4-FFF2-40B4-BE49-F238E27FC236}">
                <a16:creationId xmlns:a16="http://schemas.microsoft.com/office/drawing/2014/main" id="{E54C4497-7D09-424A-DEDE-3C57D7090378}"/>
              </a:ext>
            </a:extLst>
          </p:cNvPr>
          <p:cNvPicPr>
            <a:picLocks noChangeAspect="1"/>
          </p:cNvPicPr>
          <p:nvPr/>
        </p:nvPicPr>
        <p:blipFill>
          <a:blip r:embed="rId3"/>
          <a:srcRect t="38788" r="-304" b="21414"/>
          <a:stretch>
            <a:fillRect/>
          </a:stretch>
        </p:blipFill>
        <p:spPr>
          <a:xfrm>
            <a:off x="2605072" y="4543196"/>
            <a:ext cx="5977036" cy="1784332"/>
          </a:xfrm>
          <a:prstGeom prst="rect">
            <a:avLst/>
          </a:prstGeom>
        </p:spPr>
      </p:pic>
      <p:sp>
        <p:nvSpPr>
          <p:cNvPr id="2" name="Title 1">
            <a:extLst>
              <a:ext uri="{FF2B5EF4-FFF2-40B4-BE49-F238E27FC236}">
                <a16:creationId xmlns:a16="http://schemas.microsoft.com/office/drawing/2014/main" id="{586BA809-4E6C-1F10-ED9C-E6A398E3C6A1}"/>
              </a:ext>
            </a:extLst>
          </p:cNvPr>
          <p:cNvSpPr>
            <a:spLocks noGrp="1"/>
          </p:cNvSpPr>
          <p:nvPr>
            <p:ph type="title"/>
          </p:nvPr>
        </p:nvSpPr>
        <p:spPr/>
        <p:txBody>
          <a:bodyPr/>
          <a:lstStyle/>
          <a:p>
            <a:r>
              <a:rPr lang="en-US" dirty="0">
                <a:latin typeface="Calibri"/>
                <a:ea typeface="Calibri"/>
                <a:cs typeface="Calibri"/>
              </a:rPr>
              <a:t>Technical Implementation: Web Application</a:t>
            </a:r>
            <a:endParaRPr lang="en-US" dirty="0" err="1"/>
          </a:p>
        </p:txBody>
      </p:sp>
      <p:sp>
        <p:nvSpPr>
          <p:cNvPr id="7" name="Rechteck 4">
            <a:extLst>
              <a:ext uri="{FF2B5EF4-FFF2-40B4-BE49-F238E27FC236}">
                <a16:creationId xmlns:a16="http://schemas.microsoft.com/office/drawing/2014/main" id="{7EBBA85C-D147-BF6E-5512-656ADC9E7341}"/>
              </a:ext>
            </a:extLst>
          </p:cNvPr>
          <p:cNvSpPr/>
          <p:nvPr/>
        </p:nvSpPr>
        <p:spPr>
          <a:xfrm>
            <a:off x="5138369" y="2118562"/>
            <a:ext cx="1649313" cy="2128671"/>
          </a:xfrm>
          <a:prstGeom prst="rect">
            <a:avLst/>
          </a:prstGeom>
          <a:solidFill>
            <a:schemeClr val="bg1"/>
          </a:solidFill>
          <a:ln w="38100">
            <a:solidFill>
              <a:schemeClr val="accent6">
                <a:lumMod val="10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de-DE">
              <a:solidFill>
                <a:schemeClr val="tx1"/>
              </a:solidFill>
            </a:endParaRPr>
          </a:p>
        </p:txBody>
      </p:sp>
      <p:cxnSp>
        <p:nvCxnSpPr>
          <p:cNvPr id="8" name="Gerade Verbindung mit Pfeil 8">
            <a:extLst>
              <a:ext uri="{FF2B5EF4-FFF2-40B4-BE49-F238E27FC236}">
                <a16:creationId xmlns:a16="http://schemas.microsoft.com/office/drawing/2014/main" id="{E1E908D0-B9D5-E321-53C5-80D07DF676CE}"/>
              </a:ext>
            </a:extLst>
          </p:cNvPr>
          <p:cNvCxnSpPr>
            <a:cxnSpLocks/>
          </p:cNvCxnSpPr>
          <p:nvPr/>
        </p:nvCxnSpPr>
        <p:spPr>
          <a:xfrm>
            <a:off x="4135387" y="3195361"/>
            <a:ext cx="997195" cy="0"/>
          </a:xfrm>
          <a:prstGeom prst="straightConnector1">
            <a:avLst/>
          </a:prstGeom>
          <a:ln w="38100">
            <a:solidFill>
              <a:schemeClr val="accent6">
                <a:lumMod val="10000"/>
              </a:schemeClr>
            </a:solidFill>
            <a:tailEnd type="triangle"/>
          </a:ln>
        </p:spPr>
        <p:style>
          <a:lnRef idx="1">
            <a:schemeClr val="dk1"/>
          </a:lnRef>
          <a:fillRef idx="0">
            <a:schemeClr val="dk1"/>
          </a:fillRef>
          <a:effectRef idx="0">
            <a:schemeClr val="dk1"/>
          </a:effectRef>
          <a:fontRef idx="minor">
            <a:schemeClr val="tx1"/>
          </a:fontRef>
        </p:style>
      </p:cxnSp>
      <p:grpSp>
        <p:nvGrpSpPr>
          <p:cNvPr id="9" name="Gruppieren 10">
            <a:extLst>
              <a:ext uri="{FF2B5EF4-FFF2-40B4-BE49-F238E27FC236}">
                <a16:creationId xmlns:a16="http://schemas.microsoft.com/office/drawing/2014/main" id="{327A740F-EC63-60D0-1CDE-7F432890DD3C}"/>
              </a:ext>
            </a:extLst>
          </p:cNvPr>
          <p:cNvGrpSpPr/>
          <p:nvPr/>
        </p:nvGrpSpPr>
        <p:grpSpPr>
          <a:xfrm>
            <a:off x="3176123" y="2657652"/>
            <a:ext cx="837387" cy="1375529"/>
            <a:chOff x="6711856" y="4472272"/>
            <a:chExt cx="837387" cy="1375529"/>
          </a:xfrm>
        </p:grpSpPr>
        <p:pic>
          <p:nvPicPr>
            <p:cNvPr id="19" name="Picture 18">
              <a:extLst>
                <a:ext uri="{FF2B5EF4-FFF2-40B4-BE49-F238E27FC236}">
                  <a16:creationId xmlns:a16="http://schemas.microsoft.com/office/drawing/2014/main" id="{A7C716EB-2541-FC3C-48EC-74FE873DC88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403" r="13558"/>
            <a:stretch/>
          </p:blipFill>
          <p:spPr bwMode="auto">
            <a:xfrm>
              <a:off x="6711856" y="4472272"/>
              <a:ext cx="837387" cy="1178773"/>
            </a:xfrm>
            <a:prstGeom prst="rect">
              <a:avLst/>
            </a:prstGeom>
            <a:noFill/>
            <a:extLst>
              <a:ext uri="{909E8E84-426E-40DD-AFC4-6F175D3DCCD1}">
                <a14:hiddenFill xmlns:a14="http://schemas.microsoft.com/office/drawing/2010/main">
                  <a:solidFill>
                    <a:srgbClr val="FFFFFF"/>
                  </a:solidFill>
                </a14:hiddenFill>
              </a:ext>
            </a:extLst>
          </p:spPr>
        </p:pic>
        <p:sp>
          <p:nvSpPr>
            <p:cNvPr id="20" name="Textfeld 19">
              <a:extLst>
                <a:ext uri="{FF2B5EF4-FFF2-40B4-BE49-F238E27FC236}">
                  <a16:creationId xmlns:a16="http://schemas.microsoft.com/office/drawing/2014/main" id="{67A5E483-8E53-DD36-E39F-5E52CEBB1CF6}"/>
                </a:ext>
              </a:extLst>
            </p:cNvPr>
            <p:cNvSpPr txBox="1"/>
            <p:nvPr/>
          </p:nvSpPr>
          <p:spPr>
            <a:xfrm>
              <a:off x="6810927" y="5478469"/>
              <a:ext cx="617477" cy="369332"/>
            </a:xfrm>
            <a:prstGeom prst="rect">
              <a:avLst/>
            </a:prstGeom>
            <a:noFill/>
          </p:spPr>
          <p:txBody>
            <a:bodyPr wrap="non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User</a:t>
              </a:r>
            </a:p>
          </p:txBody>
        </p:sp>
      </p:grpSp>
      <p:sp>
        <p:nvSpPr>
          <p:cNvPr id="10" name="Textfeld 11">
            <a:extLst>
              <a:ext uri="{FF2B5EF4-FFF2-40B4-BE49-F238E27FC236}">
                <a16:creationId xmlns:a16="http://schemas.microsoft.com/office/drawing/2014/main" id="{EEB04525-F1BA-8A7D-2A3C-7B56C52EA695}"/>
              </a:ext>
            </a:extLst>
          </p:cNvPr>
          <p:cNvSpPr txBox="1"/>
          <p:nvPr/>
        </p:nvSpPr>
        <p:spPr>
          <a:xfrm>
            <a:off x="4266555" y="2829442"/>
            <a:ext cx="694293" cy="338554"/>
          </a:xfrm>
          <a:prstGeom prst="rect">
            <a:avLst/>
          </a:prstGeom>
          <a:noFill/>
        </p:spPr>
        <p:txBody>
          <a:bodyPr wrap="none"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1600"/>
              <a:t>Image</a:t>
            </a:r>
          </a:p>
        </p:txBody>
      </p:sp>
      <p:cxnSp>
        <p:nvCxnSpPr>
          <p:cNvPr id="11" name="Gerade Verbindung mit Pfeil 12">
            <a:extLst>
              <a:ext uri="{FF2B5EF4-FFF2-40B4-BE49-F238E27FC236}">
                <a16:creationId xmlns:a16="http://schemas.microsoft.com/office/drawing/2014/main" id="{E9103C79-9572-D89D-7368-927620EE83EA}"/>
              </a:ext>
            </a:extLst>
          </p:cNvPr>
          <p:cNvCxnSpPr>
            <a:cxnSpLocks/>
          </p:cNvCxnSpPr>
          <p:nvPr/>
        </p:nvCxnSpPr>
        <p:spPr>
          <a:xfrm flipH="1">
            <a:off x="4135387" y="3492681"/>
            <a:ext cx="1012751" cy="0"/>
          </a:xfrm>
          <a:prstGeom prst="straightConnector1">
            <a:avLst/>
          </a:prstGeom>
          <a:ln w="38100">
            <a:solidFill>
              <a:schemeClr val="accent6">
                <a:lumMod val="10000"/>
              </a:schemeClr>
            </a:solidFill>
            <a:tailEnd type="triangle"/>
          </a:ln>
        </p:spPr>
        <p:style>
          <a:lnRef idx="1">
            <a:schemeClr val="dk1"/>
          </a:lnRef>
          <a:fillRef idx="0">
            <a:schemeClr val="dk1"/>
          </a:fillRef>
          <a:effectRef idx="0">
            <a:schemeClr val="dk1"/>
          </a:effectRef>
          <a:fontRef idx="minor">
            <a:schemeClr val="tx1"/>
          </a:fontRef>
        </p:style>
      </p:cxnSp>
      <p:sp>
        <p:nvSpPr>
          <p:cNvPr id="12" name="Textfeld 13">
            <a:extLst>
              <a:ext uri="{FF2B5EF4-FFF2-40B4-BE49-F238E27FC236}">
                <a16:creationId xmlns:a16="http://schemas.microsoft.com/office/drawing/2014/main" id="{2842D013-EAFE-03F1-11A9-2E43C676BFC5}"/>
              </a:ext>
            </a:extLst>
          </p:cNvPr>
          <p:cNvSpPr txBox="1"/>
          <p:nvPr/>
        </p:nvSpPr>
        <p:spPr>
          <a:xfrm>
            <a:off x="4110850" y="3492681"/>
            <a:ext cx="1049528" cy="338554"/>
          </a:xfrm>
          <a:prstGeom prst="rect">
            <a:avLst/>
          </a:prstGeom>
          <a:noFill/>
        </p:spPr>
        <p:txBody>
          <a:bodyPr wrap="squar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t>DPP</a:t>
            </a:r>
            <a:endParaRPr lang="en-US" sz="1600" dirty="0">
              <a:cs typeface="Calibri"/>
            </a:endParaRPr>
          </a:p>
        </p:txBody>
      </p:sp>
      <p:pic>
        <p:nvPicPr>
          <p:cNvPr id="13" name="Picture 12">
            <a:extLst>
              <a:ext uri="{FF2B5EF4-FFF2-40B4-BE49-F238E27FC236}">
                <a16:creationId xmlns:a16="http://schemas.microsoft.com/office/drawing/2014/main" id="{7A1B1A12-B092-E86A-07CD-4CE28ED97D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9974" y="3887885"/>
            <a:ext cx="1174737" cy="21674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Bild - Kostenlose netz Icons">
            <a:extLst>
              <a:ext uri="{FF2B5EF4-FFF2-40B4-BE49-F238E27FC236}">
                <a16:creationId xmlns:a16="http://schemas.microsoft.com/office/drawing/2014/main" id="{738DAAF7-4EDE-3863-0FBA-3A727204F0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5247" y="2410209"/>
            <a:ext cx="432084" cy="432084"/>
          </a:xfrm>
          <a:prstGeom prst="rect">
            <a:avLst/>
          </a:prstGeom>
          <a:noFill/>
          <a:extLst>
            <a:ext uri="{909E8E84-426E-40DD-AFC4-6F175D3DCCD1}">
              <a14:hiddenFill xmlns:a14="http://schemas.microsoft.com/office/drawing/2010/main">
                <a:solidFill>
                  <a:srgbClr val="FFFFFF"/>
                </a:solidFill>
              </a14:hiddenFill>
            </a:ext>
          </a:extLst>
        </p:spPr>
      </p:pic>
      <p:sp>
        <p:nvSpPr>
          <p:cNvPr id="18" name="Textfeld 14">
            <a:extLst>
              <a:ext uri="{FF2B5EF4-FFF2-40B4-BE49-F238E27FC236}">
                <a16:creationId xmlns:a16="http://schemas.microsoft.com/office/drawing/2014/main" id="{9E4FE931-02EF-BFC9-D0DD-5D45A74320BD}"/>
              </a:ext>
            </a:extLst>
          </p:cNvPr>
          <p:cNvSpPr txBox="1"/>
          <p:nvPr/>
        </p:nvSpPr>
        <p:spPr>
          <a:xfrm>
            <a:off x="5487727" y="2235363"/>
            <a:ext cx="949812" cy="338554"/>
          </a:xfrm>
          <a:prstGeom prst="rect">
            <a:avLst/>
          </a:prstGeom>
          <a:noFill/>
        </p:spPr>
        <p:txBody>
          <a:bodyPr wrap="none" lIns="91440" tIns="45720" rIns="91440" bIns="45720" rtlCol="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Web App</a:t>
            </a:r>
            <a:endParaRPr lang="en-US" dirty="0"/>
          </a:p>
        </p:txBody>
      </p:sp>
      <p:pic>
        <p:nvPicPr>
          <p:cNvPr id="23" name="Picture 22" descr="Ultralytics Logo &amp; Brand Assets (SVG, PNG and vector) - Brandfetch">
            <a:extLst>
              <a:ext uri="{FF2B5EF4-FFF2-40B4-BE49-F238E27FC236}">
                <a16:creationId xmlns:a16="http://schemas.microsoft.com/office/drawing/2014/main" id="{C4BE1D2E-38C4-9E38-AD25-099DEB50333D}"/>
              </a:ext>
            </a:extLst>
          </p:cNvPr>
          <p:cNvPicPr>
            <a:picLocks noChangeAspect="1"/>
          </p:cNvPicPr>
          <p:nvPr/>
        </p:nvPicPr>
        <p:blipFill>
          <a:blip r:embed="rId7"/>
          <a:stretch>
            <a:fillRect/>
          </a:stretch>
        </p:blipFill>
        <p:spPr>
          <a:xfrm>
            <a:off x="5729490" y="3243320"/>
            <a:ext cx="445074" cy="424161"/>
          </a:xfrm>
          <a:prstGeom prst="rect">
            <a:avLst/>
          </a:prstGeom>
        </p:spPr>
      </p:pic>
      <p:pic>
        <p:nvPicPr>
          <p:cNvPr id="24" name="Graphic 23" descr="File:Docker-svgrepo-com.svg - Wikimedia Commons">
            <a:extLst>
              <a:ext uri="{FF2B5EF4-FFF2-40B4-BE49-F238E27FC236}">
                <a16:creationId xmlns:a16="http://schemas.microsoft.com/office/drawing/2014/main" id="{F9D97707-B8A8-61BE-9A1B-80316DECAFF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70111" y="2739138"/>
            <a:ext cx="448301" cy="412358"/>
          </a:xfrm>
          <a:prstGeom prst="rect">
            <a:avLst/>
          </a:prstGeom>
        </p:spPr>
      </p:pic>
      <p:sp>
        <p:nvSpPr>
          <p:cNvPr id="27" name="Cylinder 26">
            <a:extLst>
              <a:ext uri="{FF2B5EF4-FFF2-40B4-BE49-F238E27FC236}">
                <a16:creationId xmlns:a16="http://schemas.microsoft.com/office/drawing/2014/main" id="{A791E34D-ECB5-3C44-FC74-A98B6285C520}"/>
              </a:ext>
            </a:extLst>
          </p:cNvPr>
          <p:cNvSpPr/>
          <p:nvPr/>
        </p:nvSpPr>
        <p:spPr>
          <a:xfrm>
            <a:off x="5570334" y="1245836"/>
            <a:ext cx="768969" cy="333455"/>
          </a:xfrm>
          <a:prstGeom prst="can">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pic>
        <p:nvPicPr>
          <p:cNvPr id="26" name="Picture 25" descr="Datei:Neo4j-logo color.png – Wikipedia">
            <a:extLst>
              <a:ext uri="{FF2B5EF4-FFF2-40B4-BE49-F238E27FC236}">
                <a16:creationId xmlns:a16="http://schemas.microsoft.com/office/drawing/2014/main" id="{F57E4D9E-A491-C143-A9F1-C15930A62822}"/>
              </a:ext>
            </a:extLst>
          </p:cNvPr>
          <p:cNvPicPr>
            <a:picLocks noChangeAspect="1"/>
          </p:cNvPicPr>
          <p:nvPr/>
        </p:nvPicPr>
        <p:blipFill>
          <a:blip r:embed="rId10"/>
          <a:stretch>
            <a:fillRect/>
          </a:stretch>
        </p:blipFill>
        <p:spPr>
          <a:xfrm>
            <a:off x="5668808" y="1360248"/>
            <a:ext cx="569927" cy="225046"/>
          </a:xfrm>
          <a:prstGeom prst="rect">
            <a:avLst/>
          </a:prstGeom>
        </p:spPr>
      </p:pic>
      <p:cxnSp>
        <p:nvCxnSpPr>
          <p:cNvPr id="28" name="Gerade Verbindung mit Pfeil 8">
            <a:extLst>
              <a:ext uri="{FF2B5EF4-FFF2-40B4-BE49-F238E27FC236}">
                <a16:creationId xmlns:a16="http://schemas.microsoft.com/office/drawing/2014/main" id="{69B2B222-CC4B-A677-1672-1DF3E47422CA}"/>
              </a:ext>
            </a:extLst>
          </p:cNvPr>
          <p:cNvCxnSpPr>
            <a:cxnSpLocks/>
          </p:cNvCxnSpPr>
          <p:nvPr/>
        </p:nvCxnSpPr>
        <p:spPr>
          <a:xfrm>
            <a:off x="6884029" y="3204432"/>
            <a:ext cx="997195" cy="0"/>
          </a:xfrm>
          <a:prstGeom prst="straightConnector1">
            <a:avLst/>
          </a:prstGeom>
          <a:ln w="38100">
            <a:solidFill>
              <a:schemeClr val="accent6">
                <a:lumMod val="10000"/>
              </a:schemeClr>
            </a:solidFill>
            <a:tailEnd type="triangle"/>
          </a:ln>
        </p:spPr>
        <p:style>
          <a:lnRef idx="1">
            <a:schemeClr val="dk1"/>
          </a:lnRef>
          <a:fillRef idx="0">
            <a:schemeClr val="dk1"/>
          </a:fillRef>
          <a:effectRef idx="0">
            <a:schemeClr val="dk1"/>
          </a:effectRef>
          <a:fontRef idx="minor">
            <a:schemeClr val="tx1"/>
          </a:fontRef>
        </p:style>
      </p:cxnSp>
      <p:pic>
        <p:nvPicPr>
          <p:cNvPr id="30" name="Picture 29" descr="A black and white passport&#10;&#10;AI-generated content may be incorrect.">
            <a:extLst>
              <a:ext uri="{FF2B5EF4-FFF2-40B4-BE49-F238E27FC236}">
                <a16:creationId xmlns:a16="http://schemas.microsoft.com/office/drawing/2014/main" id="{79A9DEA1-CE01-9925-AF84-8ED588B0BCF7}"/>
              </a:ext>
            </a:extLst>
          </p:cNvPr>
          <p:cNvPicPr>
            <a:picLocks noChangeAspect="1"/>
          </p:cNvPicPr>
          <p:nvPr/>
        </p:nvPicPr>
        <p:blipFill>
          <a:blip r:embed="rId11"/>
          <a:srcRect l="16005" t="8201" r="16534" b="8730"/>
          <a:stretch>
            <a:fillRect/>
          </a:stretch>
        </p:blipFill>
        <p:spPr>
          <a:xfrm>
            <a:off x="4331463" y="3748888"/>
            <a:ext cx="607801" cy="798296"/>
          </a:xfrm>
          <a:prstGeom prst="rect">
            <a:avLst/>
          </a:prstGeom>
        </p:spPr>
      </p:pic>
      <p:pic>
        <p:nvPicPr>
          <p:cNvPr id="31" name="Picture 30" descr="A screenshot of a computer&#10;&#10;AI-generated content may be incorrect.">
            <a:extLst>
              <a:ext uri="{FF2B5EF4-FFF2-40B4-BE49-F238E27FC236}">
                <a16:creationId xmlns:a16="http://schemas.microsoft.com/office/drawing/2014/main" id="{A7C4DEFA-9F90-BEE3-91A0-BBAA9CA6C9C6}"/>
              </a:ext>
            </a:extLst>
          </p:cNvPr>
          <p:cNvPicPr>
            <a:picLocks noChangeAspect="1"/>
          </p:cNvPicPr>
          <p:nvPr/>
        </p:nvPicPr>
        <p:blipFill>
          <a:blip r:embed="rId12"/>
          <a:srcRect l="48269" t="47487" r="28990" b="19004"/>
          <a:stretch>
            <a:fillRect/>
          </a:stretch>
        </p:blipFill>
        <p:spPr>
          <a:xfrm>
            <a:off x="608055" y="2208358"/>
            <a:ext cx="1801357" cy="1991031"/>
          </a:xfrm>
          <a:prstGeom prst="rect">
            <a:avLst/>
          </a:prstGeom>
        </p:spPr>
      </p:pic>
      <p:pic>
        <p:nvPicPr>
          <p:cNvPr id="33" name="Picture 32" descr="A diagram of a product&#10;&#10;AI-generated content may be incorrect.">
            <a:extLst>
              <a:ext uri="{FF2B5EF4-FFF2-40B4-BE49-F238E27FC236}">
                <a16:creationId xmlns:a16="http://schemas.microsoft.com/office/drawing/2014/main" id="{69088F70-86FF-570C-66B6-2670BB3A2822}"/>
              </a:ext>
            </a:extLst>
          </p:cNvPr>
          <p:cNvPicPr>
            <a:picLocks noChangeAspect="1"/>
          </p:cNvPicPr>
          <p:nvPr/>
        </p:nvPicPr>
        <p:blipFill>
          <a:blip r:embed="rId13"/>
          <a:srcRect t="1458" r="30357"/>
          <a:stretch>
            <a:fillRect/>
          </a:stretch>
        </p:blipFill>
        <p:spPr>
          <a:xfrm>
            <a:off x="6548331" y="1027172"/>
            <a:ext cx="1239520" cy="1134600"/>
          </a:xfrm>
          <a:prstGeom prst="rect">
            <a:avLst/>
          </a:prstGeom>
        </p:spPr>
      </p:pic>
      <p:cxnSp>
        <p:nvCxnSpPr>
          <p:cNvPr id="36" name="Gerade Verbindung mit Pfeil 8">
            <a:extLst>
              <a:ext uri="{FF2B5EF4-FFF2-40B4-BE49-F238E27FC236}">
                <a16:creationId xmlns:a16="http://schemas.microsoft.com/office/drawing/2014/main" id="{33397271-6958-2731-E3F9-D4F21A8E833B}"/>
              </a:ext>
            </a:extLst>
          </p:cNvPr>
          <p:cNvCxnSpPr>
            <a:cxnSpLocks/>
          </p:cNvCxnSpPr>
          <p:nvPr/>
        </p:nvCxnSpPr>
        <p:spPr>
          <a:xfrm flipH="1" flipV="1">
            <a:off x="5956171" y="1656368"/>
            <a:ext cx="5436" cy="360947"/>
          </a:xfrm>
          <a:prstGeom prst="straightConnector1">
            <a:avLst/>
          </a:prstGeom>
          <a:ln w="38100">
            <a:solidFill>
              <a:schemeClr val="accent6">
                <a:lumMod val="10000"/>
              </a:schemeClr>
            </a:solidFill>
            <a:tailEnd type="triangle"/>
          </a:ln>
        </p:spPr>
        <p:style>
          <a:lnRef idx="1">
            <a:schemeClr val="dk1"/>
          </a:lnRef>
          <a:fillRef idx="0">
            <a:schemeClr val="dk1"/>
          </a:fillRef>
          <a:effectRef idx="0">
            <a:schemeClr val="dk1"/>
          </a:effectRef>
          <a:fontRef idx="minor">
            <a:schemeClr val="tx1"/>
          </a:fontRef>
        </p:style>
      </p:cxnSp>
      <p:pic>
        <p:nvPicPr>
          <p:cNvPr id="37" name="Picture 36">
            <a:extLst>
              <a:ext uri="{FF2B5EF4-FFF2-40B4-BE49-F238E27FC236}">
                <a16:creationId xmlns:a16="http://schemas.microsoft.com/office/drawing/2014/main" id="{75060A10-699F-636E-B0B6-05EB17FAD872}"/>
              </a:ext>
            </a:extLst>
          </p:cNvPr>
          <p:cNvPicPr>
            <a:picLocks noChangeAspect="1"/>
          </p:cNvPicPr>
          <p:nvPr/>
        </p:nvPicPr>
        <p:blipFill>
          <a:blip r:embed="rId14"/>
          <a:srcRect l="9115" t="4230" r="-267" b="12500"/>
          <a:stretch>
            <a:fillRect/>
          </a:stretch>
        </p:blipFill>
        <p:spPr>
          <a:xfrm>
            <a:off x="8586250" y="1318025"/>
            <a:ext cx="2736294" cy="3359592"/>
          </a:xfrm>
          <a:prstGeom prst="rect">
            <a:avLst/>
          </a:prstGeom>
        </p:spPr>
      </p:pic>
    </p:spTree>
    <p:extLst>
      <p:ext uri="{BB962C8B-B14F-4D97-AF65-F5344CB8AC3E}">
        <p14:creationId xmlns:p14="http://schemas.microsoft.com/office/powerpoint/2010/main" val="910756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85722-E900-D2F2-26E8-6A5D7586D7A8}"/>
              </a:ext>
            </a:extLst>
          </p:cNvPr>
          <p:cNvSpPr>
            <a:spLocks noGrp="1"/>
          </p:cNvSpPr>
          <p:nvPr>
            <p:ph type="title"/>
          </p:nvPr>
        </p:nvSpPr>
        <p:spPr/>
        <p:txBody>
          <a:bodyPr/>
          <a:lstStyle/>
          <a:p>
            <a:r>
              <a:rPr lang="en-US" dirty="0">
                <a:latin typeface="Calibri"/>
                <a:ea typeface="Calibri"/>
                <a:cs typeface="Calibri"/>
              </a:rPr>
              <a:t>Demonstrator</a:t>
            </a:r>
            <a:endParaRPr lang="en-US" dirty="0"/>
          </a:p>
        </p:txBody>
      </p:sp>
      <p:pic>
        <p:nvPicPr>
          <p:cNvPr id="3" name="Picture 2" descr="A machine with a screen and a screwdriver&#10;&#10;AI-generated content may be incorrect.">
            <a:extLst>
              <a:ext uri="{FF2B5EF4-FFF2-40B4-BE49-F238E27FC236}">
                <a16:creationId xmlns:a16="http://schemas.microsoft.com/office/drawing/2014/main" id="{075A9320-1F63-E49E-9ABD-BD48B083FE45}"/>
              </a:ext>
            </a:extLst>
          </p:cNvPr>
          <p:cNvPicPr>
            <a:picLocks noChangeAspect="1"/>
          </p:cNvPicPr>
          <p:nvPr/>
        </p:nvPicPr>
        <p:blipFill>
          <a:blip r:embed="rId3"/>
          <a:stretch>
            <a:fillRect/>
          </a:stretch>
        </p:blipFill>
        <p:spPr>
          <a:xfrm>
            <a:off x="6553637" y="1540203"/>
            <a:ext cx="5382174" cy="3400974"/>
          </a:xfrm>
          <a:prstGeom prst="rect">
            <a:avLst/>
          </a:prstGeom>
        </p:spPr>
      </p:pic>
      <p:pic>
        <p:nvPicPr>
          <p:cNvPr id="5" name="Picture 4" descr="A diagram of a device&#10;&#10;AI-generated content may be incorrect.">
            <a:extLst>
              <a:ext uri="{FF2B5EF4-FFF2-40B4-BE49-F238E27FC236}">
                <a16:creationId xmlns:a16="http://schemas.microsoft.com/office/drawing/2014/main" id="{03584CF6-2E3B-03B2-3C26-3D138F7047C3}"/>
              </a:ext>
            </a:extLst>
          </p:cNvPr>
          <p:cNvPicPr>
            <a:picLocks noChangeAspect="1"/>
          </p:cNvPicPr>
          <p:nvPr/>
        </p:nvPicPr>
        <p:blipFill>
          <a:blip r:embed="rId4"/>
          <a:stretch>
            <a:fillRect/>
          </a:stretch>
        </p:blipFill>
        <p:spPr>
          <a:xfrm>
            <a:off x="226958" y="1543214"/>
            <a:ext cx="5650844" cy="3561365"/>
          </a:xfrm>
          <a:prstGeom prst="rect">
            <a:avLst/>
          </a:prstGeom>
        </p:spPr>
      </p:pic>
      <p:sp>
        <p:nvSpPr>
          <p:cNvPr id="6" name="Rectangle 5">
            <a:extLst>
              <a:ext uri="{FF2B5EF4-FFF2-40B4-BE49-F238E27FC236}">
                <a16:creationId xmlns:a16="http://schemas.microsoft.com/office/drawing/2014/main" id="{C4733B42-6514-1888-3DBF-FE468873594F}"/>
              </a:ext>
            </a:extLst>
          </p:cNvPr>
          <p:cNvSpPr/>
          <p:nvPr/>
        </p:nvSpPr>
        <p:spPr>
          <a:xfrm>
            <a:off x="8870731" y="2358697"/>
            <a:ext cx="756745" cy="28378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dirty="0">
                <a:ea typeface="Calibri"/>
                <a:cs typeface="Calibri"/>
              </a:rPr>
              <a:t>Camera</a:t>
            </a:r>
          </a:p>
        </p:txBody>
      </p:sp>
      <p:sp>
        <p:nvSpPr>
          <p:cNvPr id="7" name="Rectangle 6">
            <a:extLst>
              <a:ext uri="{FF2B5EF4-FFF2-40B4-BE49-F238E27FC236}">
                <a16:creationId xmlns:a16="http://schemas.microsoft.com/office/drawing/2014/main" id="{9007C31E-3C46-2AEF-E170-E7FDDD7FD795}"/>
              </a:ext>
            </a:extLst>
          </p:cNvPr>
          <p:cNvSpPr/>
          <p:nvPr/>
        </p:nvSpPr>
        <p:spPr>
          <a:xfrm>
            <a:off x="6724868" y="3576144"/>
            <a:ext cx="756745" cy="28378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dirty="0">
                <a:ea typeface="Calibri"/>
                <a:cs typeface="Calibri"/>
              </a:rPr>
              <a:t>Camera</a:t>
            </a:r>
          </a:p>
        </p:txBody>
      </p:sp>
      <p:sp>
        <p:nvSpPr>
          <p:cNvPr id="8" name="Rectangle 7">
            <a:extLst>
              <a:ext uri="{FF2B5EF4-FFF2-40B4-BE49-F238E27FC236}">
                <a16:creationId xmlns:a16="http://schemas.microsoft.com/office/drawing/2014/main" id="{821CFB7C-0170-288E-F7AB-377CA5700359}"/>
              </a:ext>
            </a:extLst>
          </p:cNvPr>
          <p:cNvSpPr/>
          <p:nvPr/>
        </p:nvSpPr>
        <p:spPr>
          <a:xfrm>
            <a:off x="10999074" y="3576143"/>
            <a:ext cx="756745" cy="28378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dirty="0">
                <a:ea typeface="Calibri"/>
                <a:cs typeface="Calibri"/>
              </a:rPr>
              <a:t>Camera</a:t>
            </a:r>
          </a:p>
        </p:txBody>
      </p:sp>
    </p:spTree>
    <p:extLst>
      <p:ext uri="{BB962C8B-B14F-4D97-AF65-F5344CB8AC3E}">
        <p14:creationId xmlns:p14="http://schemas.microsoft.com/office/powerpoint/2010/main" val="4231856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1AC5-1F45-6BE0-DBE0-1E5D3B401751}"/>
              </a:ext>
            </a:extLst>
          </p:cNvPr>
          <p:cNvSpPr>
            <a:spLocks noGrp="1"/>
          </p:cNvSpPr>
          <p:nvPr>
            <p:ph type="title"/>
          </p:nvPr>
        </p:nvSpPr>
        <p:spPr/>
        <p:txBody>
          <a:bodyPr/>
          <a:lstStyle/>
          <a:p>
            <a:r>
              <a:rPr lang="en-US" dirty="0">
                <a:latin typeface="Calibri"/>
                <a:ea typeface="Calibri"/>
                <a:cs typeface="Calibri"/>
              </a:rPr>
              <a:t>Results</a:t>
            </a:r>
            <a:endParaRPr lang="en-US" dirty="0"/>
          </a:p>
        </p:txBody>
      </p:sp>
      <p:sp>
        <p:nvSpPr>
          <p:cNvPr id="4" name="Text Placeholder 3">
            <a:extLst>
              <a:ext uri="{FF2B5EF4-FFF2-40B4-BE49-F238E27FC236}">
                <a16:creationId xmlns:a16="http://schemas.microsoft.com/office/drawing/2014/main" id="{A93BE1FF-31DC-7C7D-25DD-473158B252B4}"/>
              </a:ext>
            </a:extLst>
          </p:cNvPr>
          <p:cNvSpPr txBox="1">
            <a:spLocks/>
          </p:cNvSpPr>
          <p:nvPr/>
        </p:nvSpPr>
        <p:spPr>
          <a:xfrm>
            <a:off x="609600" y="977478"/>
            <a:ext cx="10971746" cy="1939143"/>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11313" indent="-239713"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None/>
            </a:pPr>
            <a:r>
              <a:rPr lang="en-US" b="1" dirty="0">
                <a:solidFill>
                  <a:srgbClr val="0F172A"/>
                </a:solidFill>
                <a:latin typeface="Calibri"/>
                <a:ea typeface="Calibri"/>
                <a:cs typeface="Calibri"/>
              </a:rPr>
              <a:t>Detection &amp; Measurement</a:t>
            </a:r>
            <a:endParaRPr lang="en-US" b="1" dirty="0">
              <a:latin typeface="Calibri"/>
              <a:ea typeface="Calibri"/>
              <a:cs typeface="Calibri"/>
            </a:endParaRPr>
          </a:p>
          <a:p>
            <a:r>
              <a:rPr lang="en-US" dirty="0">
                <a:solidFill>
                  <a:srgbClr val="111827"/>
                </a:solidFill>
                <a:latin typeface="Calibri"/>
                <a:ea typeface="Calibri"/>
                <a:cs typeface="Calibri"/>
              </a:rPr>
              <a:t>9 component classes reliably detected in browser uploads and edge rig.</a:t>
            </a:r>
            <a:endParaRPr lang="en-US">
              <a:latin typeface="Calibri"/>
              <a:ea typeface="Calibri"/>
              <a:cs typeface="Calibri"/>
            </a:endParaRPr>
          </a:p>
          <a:p>
            <a:r>
              <a:rPr lang="en-US" dirty="0">
                <a:solidFill>
                  <a:srgbClr val="111827"/>
                </a:solidFill>
                <a:latin typeface="Calibri"/>
                <a:ea typeface="Calibri"/>
                <a:cs typeface="Calibri"/>
              </a:rPr>
              <a:t>Measurement heuristics map pixels to the nearest catalogue length (180–900 mm) using known references.</a:t>
            </a:r>
            <a:endParaRPr lang="en-US" dirty="0">
              <a:latin typeface="Calibri"/>
              <a:cs typeface="Calibri"/>
            </a:endParaRPr>
          </a:p>
          <a:p>
            <a:r>
              <a:rPr lang="en-US" dirty="0">
                <a:solidFill>
                  <a:srgbClr val="111827"/>
                </a:solidFill>
                <a:latin typeface="Calibri"/>
                <a:ea typeface="Calibri"/>
                <a:cs typeface="Calibri"/>
              </a:rPr>
              <a:t>Condition CNN surfaces scratches/dents before operators decide on reuse.</a:t>
            </a:r>
            <a:endParaRPr lang="en-US" dirty="0">
              <a:solidFill>
                <a:srgbClr val="706F6F"/>
              </a:solidFill>
              <a:latin typeface="Calibri"/>
              <a:ea typeface="Calibri"/>
              <a:cs typeface="Calibri"/>
            </a:endParaRPr>
          </a:p>
          <a:p>
            <a:endParaRPr lang="en-US" dirty="0">
              <a:solidFill>
                <a:srgbClr val="706F6F"/>
              </a:solidFill>
              <a:ea typeface="Calibri" panose="020F0502020204030204" pitchFamily="34" charset="0"/>
            </a:endParaRPr>
          </a:p>
          <a:p>
            <a:pPr marL="0" indent="0">
              <a:buNone/>
            </a:pPr>
            <a:endParaRPr lang="en-US" dirty="0">
              <a:solidFill>
                <a:srgbClr val="706F6F"/>
              </a:solidFill>
              <a:ea typeface="Calibri" panose="020F0502020204030204" pitchFamily="34" charset="0"/>
            </a:endParaRPr>
          </a:p>
        </p:txBody>
      </p:sp>
      <p:pic>
        <p:nvPicPr>
          <p:cNvPr id="5" name="Picture 4" descr="Screens screenshot of a computer&#10;&#10;AI-generated content may be incorrect.">
            <a:extLst>
              <a:ext uri="{FF2B5EF4-FFF2-40B4-BE49-F238E27FC236}">
                <a16:creationId xmlns:a16="http://schemas.microsoft.com/office/drawing/2014/main" id="{BFEC1D7E-B5FD-AFAA-EDB0-BE35E5D482B7}"/>
              </a:ext>
            </a:extLst>
          </p:cNvPr>
          <p:cNvPicPr>
            <a:picLocks noChangeAspect="1"/>
          </p:cNvPicPr>
          <p:nvPr/>
        </p:nvPicPr>
        <p:blipFill>
          <a:blip r:embed="rId3"/>
          <a:srcRect l="486" t="6481" r="49"/>
          <a:stretch>
            <a:fillRect/>
          </a:stretch>
        </p:blipFill>
        <p:spPr>
          <a:xfrm>
            <a:off x="612211" y="2403928"/>
            <a:ext cx="6516418" cy="3810006"/>
          </a:xfrm>
          <a:prstGeom prst="rect">
            <a:avLst/>
          </a:prstGeom>
        </p:spPr>
      </p:pic>
      <p:pic>
        <p:nvPicPr>
          <p:cNvPr id="7" name="Picture 6" descr="A diagram of a product&#10;&#10;AI-generated content may be incorrect.">
            <a:extLst>
              <a:ext uri="{FF2B5EF4-FFF2-40B4-BE49-F238E27FC236}">
                <a16:creationId xmlns:a16="http://schemas.microsoft.com/office/drawing/2014/main" id="{B1B45088-57C7-B750-D938-570EC6C71562}"/>
              </a:ext>
            </a:extLst>
          </p:cNvPr>
          <p:cNvPicPr>
            <a:picLocks noChangeAspect="1"/>
          </p:cNvPicPr>
          <p:nvPr/>
        </p:nvPicPr>
        <p:blipFill>
          <a:blip r:embed="rId4"/>
          <a:stretch>
            <a:fillRect/>
          </a:stretch>
        </p:blipFill>
        <p:spPr>
          <a:xfrm>
            <a:off x="7565668" y="2676071"/>
            <a:ext cx="4626237" cy="3057073"/>
          </a:xfrm>
          <a:prstGeom prst="rect">
            <a:avLst/>
          </a:prstGeom>
        </p:spPr>
      </p:pic>
    </p:spTree>
    <p:extLst>
      <p:ext uri="{BB962C8B-B14F-4D97-AF65-F5344CB8AC3E}">
        <p14:creationId xmlns:p14="http://schemas.microsoft.com/office/powerpoint/2010/main" val="887930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3D371-0F59-5C81-F2F6-D9A5C33D6CD8}"/>
              </a:ext>
            </a:extLst>
          </p:cNvPr>
          <p:cNvSpPr>
            <a:spLocks noGrp="1"/>
          </p:cNvSpPr>
          <p:nvPr>
            <p:ph type="title"/>
          </p:nvPr>
        </p:nvSpPr>
        <p:spPr/>
        <p:txBody>
          <a:bodyPr/>
          <a:lstStyle/>
          <a:p>
            <a:r>
              <a:rPr lang="en-US" dirty="0">
                <a:ea typeface="Calibri"/>
              </a:rPr>
              <a:t>Limitations</a:t>
            </a:r>
            <a:endParaRPr lang="en-US" dirty="0"/>
          </a:p>
        </p:txBody>
      </p:sp>
      <p:sp>
        <p:nvSpPr>
          <p:cNvPr id="4" name="Text Placeholder 3">
            <a:extLst>
              <a:ext uri="{FF2B5EF4-FFF2-40B4-BE49-F238E27FC236}">
                <a16:creationId xmlns:a16="http://schemas.microsoft.com/office/drawing/2014/main" id="{7EFC9D3A-0876-9091-6B1D-9A90253F425F}"/>
              </a:ext>
            </a:extLst>
          </p:cNvPr>
          <p:cNvSpPr txBox="1">
            <a:spLocks/>
          </p:cNvSpPr>
          <p:nvPr/>
        </p:nvSpPr>
        <p:spPr>
          <a:xfrm>
            <a:off x="609600" y="1520824"/>
            <a:ext cx="10989888" cy="432117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11313" indent="-239713"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latin typeface="Calibri"/>
                <a:ea typeface="Calibri"/>
                <a:cs typeface="Calibri"/>
              </a:rPr>
              <a:t>Condition Detection: </a:t>
            </a:r>
            <a:endParaRPr lang="en-US">
              <a:ea typeface="Calibri"/>
            </a:endParaRPr>
          </a:p>
          <a:p>
            <a:pPr lvl="1">
              <a:buFont typeface="Courier New" panose="020B0604020202020204" pitchFamily="34" charset="0"/>
              <a:buChar char="o"/>
            </a:pPr>
            <a:r>
              <a:rPr lang="en-US" dirty="0">
                <a:latin typeface="Calibri"/>
                <a:ea typeface="Calibri"/>
                <a:cs typeface="Calibri"/>
              </a:rPr>
              <a:t>Scratches and small dents are hard to see in RGB photos.</a:t>
            </a:r>
          </a:p>
          <a:p>
            <a:pPr lvl="1">
              <a:buFont typeface="Courier New" panose="020B0604020202020204" pitchFamily="34" charset="0"/>
              <a:buChar char="o"/>
            </a:pPr>
            <a:r>
              <a:rPr lang="en-US" dirty="0">
                <a:latin typeface="Calibri"/>
                <a:ea typeface="Calibri"/>
                <a:cs typeface="Calibri"/>
              </a:rPr>
              <a:t>Condition CNN still need human verification</a:t>
            </a:r>
          </a:p>
          <a:p>
            <a:endParaRPr lang="en-US" dirty="0">
              <a:latin typeface="Calibri"/>
              <a:ea typeface="Calibri"/>
              <a:cs typeface="Calibri"/>
            </a:endParaRPr>
          </a:p>
          <a:p>
            <a:r>
              <a:rPr lang="en-US" b="1" dirty="0">
                <a:latin typeface="Calibri"/>
                <a:ea typeface="Calibri"/>
                <a:cs typeface="Calibri"/>
              </a:rPr>
              <a:t>Multi-view fusion:</a:t>
            </a:r>
          </a:p>
          <a:p>
            <a:pPr lvl="1">
              <a:buFont typeface="Courier New" panose="020B0604020202020204" pitchFamily="34" charset="0"/>
              <a:buChar char="o"/>
            </a:pPr>
            <a:r>
              <a:rPr lang="en-US" dirty="0">
                <a:latin typeface="Calibri"/>
                <a:ea typeface="Calibri"/>
                <a:cs typeface="Calibri"/>
              </a:rPr>
              <a:t>Each view is stored separately, no automatic algorithm merges front/back/left/right detections into a single 3D-model yet</a:t>
            </a:r>
          </a:p>
          <a:p>
            <a:endParaRPr lang="en-US" dirty="0">
              <a:latin typeface="Calibri"/>
              <a:ea typeface="Calibri"/>
              <a:cs typeface="Calibri"/>
            </a:endParaRPr>
          </a:p>
          <a:p>
            <a:r>
              <a:rPr lang="en-US" b="1" dirty="0">
                <a:latin typeface="Calibri"/>
                <a:ea typeface="Calibri"/>
                <a:cs typeface="Calibri"/>
              </a:rPr>
              <a:t>Edge performance:</a:t>
            </a:r>
          </a:p>
          <a:p>
            <a:pPr lvl="1">
              <a:buFont typeface="Courier New" panose="020B0604020202020204" pitchFamily="34" charset="0"/>
              <a:buChar char="o"/>
            </a:pPr>
            <a:r>
              <a:rPr lang="en-US" dirty="0">
                <a:latin typeface="Calibri"/>
                <a:ea typeface="Calibri"/>
                <a:cs typeface="Calibri"/>
              </a:rPr>
              <a:t>Jetson Orin throttles when four models run simultaneously; </a:t>
            </a:r>
          </a:p>
          <a:p>
            <a:pPr lvl="1">
              <a:buFont typeface="Courier New" panose="020B0604020202020204" pitchFamily="34" charset="0"/>
              <a:buChar char="o"/>
            </a:pPr>
            <a:r>
              <a:rPr lang="en-US" dirty="0">
                <a:latin typeface="Calibri"/>
                <a:ea typeface="Calibri"/>
                <a:cs typeface="Calibri"/>
              </a:rPr>
              <a:t>Converted models to </a:t>
            </a:r>
            <a:r>
              <a:rPr lang="en-US" dirty="0" err="1">
                <a:latin typeface="Calibri"/>
                <a:ea typeface="Calibri"/>
                <a:cs typeface="Calibri"/>
              </a:rPr>
              <a:t>TensorRT</a:t>
            </a:r>
            <a:r>
              <a:rPr lang="en-US" dirty="0">
                <a:latin typeface="Calibri"/>
                <a:ea typeface="Calibri"/>
                <a:cs typeface="Calibri"/>
              </a:rPr>
              <a:t> .engine files and reduced them to FP16 to stay within power/thermal budgets.</a:t>
            </a:r>
          </a:p>
          <a:p>
            <a:pPr lvl="1">
              <a:buFont typeface="Courier New" panose="020B0604020202020204" pitchFamily="34" charset="0"/>
              <a:buChar char="o"/>
            </a:pPr>
            <a:endParaRPr lang="en-US" dirty="0">
              <a:latin typeface="Calibri"/>
              <a:ea typeface="Calibri"/>
              <a:cs typeface="Calibri"/>
            </a:endParaRPr>
          </a:p>
          <a:p>
            <a:pPr lvl="1">
              <a:buFont typeface="Courier New" panose="020B0604020202020204" pitchFamily="34" charset="0"/>
              <a:buChar char="o"/>
            </a:pPr>
            <a:endParaRPr lang="en-US" dirty="0">
              <a:latin typeface="Calibri"/>
              <a:ea typeface="Calibri"/>
              <a:cs typeface="Calibri"/>
            </a:endParaRPr>
          </a:p>
        </p:txBody>
      </p:sp>
    </p:spTree>
    <p:extLst>
      <p:ext uri="{BB962C8B-B14F-4D97-AF65-F5344CB8AC3E}">
        <p14:creationId xmlns:p14="http://schemas.microsoft.com/office/powerpoint/2010/main" val="2035368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C0F2C-B488-1AED-1CE5-CF60EDC695C2}"/>
              </a:ext>
            </a:extLst>
          </p:cNvPr>
          <p:cNvSpPr>
            <a:spLocks noGrp="1"/>
          </p:cNvSpPr>
          <p:nvPr>
            <p:ph type="title"/>
          </p:nvPr>
        </p:nvSpPr>
        <p:spPr/>
        <p:txBody>
          <a:bodyPr/>
          <a:lstStyle/>
          <a:p>
            <a:r>
              <a:rPr lang="en-US" dirty="0">
                <a:latin typeface="Calibri"/>
                <a:ea typeface="Calibri"/>
                <a:cs typeface="Calibri"/>
              </a:rPr>
              <a:t>Conclusion</a:t>
            </a:r>
            <a:endParaRPr lang="en-US" dirty="0"/>
          </a:p>
        </p:txBody>
      </p:sp>
      <p:sp>
        <p:nvSpPr>
          <p:cNvPr id="4" name="Text Placeholder 3">
            <a:extLst>
              <a:ext uri="{FF2B5EF4-FFF2-40B4-BE49-F238E27FC236}">
                <a16:creationId xmlns:a16="http://schemas.microsoft.com/office/drawing/2014/main" id="{F7BA1D0D-7812-7077-DD26-CA09D1FE6228}"/>
              </a:ext>
            </a:extLst>
          </p:cNvPr>
          <p:cNvSpPr txBox="1">
            <a:spLocks/>
          </p:cNvSpPr>
          <p:nvPr/>
        </p:nvSpPr>
        <p:spPr>
          <a:xfrm>
            <a:off x="609600" y="1520824"/>
            <a:ext cx="10989888" cy="432117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11313" indent="-239713"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20"/>
              </a:spcBef>
            </a:pPr>
            <a:r>
              <a:rPr lang="en-US" dirty="0">
                <a:latin typeface="Calibri"/>
                <a:ea typeface="Calibri"/>
                <a:cs typeface="Calibri"/>
              </a:rPr>
              <a:t>Camera-based, ID‑free workflow delivers the core DPP data for modular furniture (class, length band, décor, condition).</a:t>
            </a:r>
          </a:p>
          <a:p>
            <a:pPr>
              <a:spcBef>
                <a:spcPts val="20"/>
              </a:spcBef>
            </a:pPr>
            <a:endParaRPr lang="en-US" dirty="0">
              <a:latin typeface="Calibri"/>
              <a:ea typeface="Calibri"/>
              <a:cs typeface="Calibri"/>
            </a:endParaRPr>
          </a:p>
          <a:p>
            <a:pPr>
              <a:spcBef>
                <a:spcPts val="20"/>
              </a:spcBef>
            </a:pPr>
            <a:r>
              <a:rPr lang="en-US" dirty="0">
                <a:latin typeface="Calibri"/>
                <a:ea typeface="Calibri"/>
                <a:cs typeface="Calibri"/>
              </a:rPr>
              <a:t>Collection Principle in Neo4j ensures every component belongs to exactly one order/collection, giving a continuous trace over reuse cycles.</a:t>
            </a:r>
            <a:endParaRPr lang="en-US"/>
          </a:p>
          <a:p>
            <a:pPr>
              <a:spcBef>
                <a:spcPts val="20"/>
              </a:spcBef>
            </a:pPr>
            <a:endParaRPr lang="en-US" dirty="0">
              <a:latin typeface="Calibri"/>
              <a:ea typeface="Calibri"/>
              <a:cs typeface="Calibri"/>
            </a:endParaRPr>
          </a:p>
          <a:p>
            <a:pPr>
              <a:spcBef>
                <a:spcPts val="20"/>
              </a:spcBef>
            </a:pPr>
            <a:r>
              <a:rPr lang="en-US" dirty="0">
                <a:latin typeface="Calibri"/>
                <a:ea typeface="Calibri"/>
                <a:cs typeface="Calibri"/>
              </a:rPr>
              <a:t>YOLOv11 ensemble + measurement heuristics + </a:t>
            </a:r>
            <a:r>
              <a:rPr lang="en-US" dirty="0" err="1">
                <a:latin typeface="Calibri"/>
                <a:ea typeface="Calibri"/>
                <a:cs typeface="Calibri"/>
              </a:rPr>
              <a:t>colour</a:t>
            </a:r>
            <a:r>
              <a:rPr lang="en-US" dirty="0">
                <a:latin typeface="Calibri"/>
                <a:ea typeface="Calibri"/>
                <a:cs typeface="Calibri"/>
              </a:rPr>
              <a:t> and condition pipelines populate these attributes consistently in edge demonstrator.</a:t>
            </a:r>
            <a:endParaRPr lang="en-US">
              <a:latin typeface="Calibri"/>
              <a:ea typeface="Calibri"/>
              <a:cs typeface="Calibri"/>
            </a:endParaRPr>
          </a:p>
          <a:p>
            <a:pPr>
              <a:spcBef>
                <a:spcPts val="20"/>
              </a:spcBef>
            </a:pPr>
            <a:endParaRPr lang="en-US" dirty="0">
              <a:latin typeface="Calibri"/>
              <a:ea typeface="Calibri"/>
              <a:cs typeface="Calibri"/>
            </a:endParaRPr>
          </a:p>
          <a:p>
            <a:pPr>
              <a:spcBef>
                <a:spcPts val="20"/>
              </a:spcBef>
            </a:pPr>
            <a:r>
              <a:rPr lang="en-US" dirty="0">
                <a:latin typeface="Calibri"/>
                <a:ea typeface="Calibri"/>
                <a:cs typeface="Calibri"/>
              </a:rPr>
              <a:t>Populated Neo4j graph, dashboards and CSV exports provide concrete evidence that the approach runs on real System180 data today.</a:t>
            </a:r>
            <a:endParaRPr lang="en-US">
              <a:ea typeface="Calibri" panose="020F0502020204030204" pitchFamily="34" charset="0"/>
            </a:endParaRPr>
          </a:p>
          <a:p>
            <a:endParaRPr lang="en-US" dirty="0">
              <a:ea typeface="Calibri"/>
            </a:endParaRPr>
          </a:p>
        </p:txBody>
      </p:sp>
    </p:spTree>
    <p:extLst>
      <p:ext uri="{BB962C8B-B14F-4D97-AF65-F5344CB8AC3E}">
        <p14:creationId xmlns:p14="http://schemas.microsoft.com/office/powerpoint/2010/main" val="1971049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2D4B7-70B1-D016-2CE7-C553EBACA195}"/>
              </a:ext>
            </a:extLst>
          </p:cNvPr>
          <p:cNvSpPr>
            <a:spLocks noGrp="1"/>
          </p:cNvSpPr>
          <p:nvPr>
            <p:ph type="title"/>
          </p:nvPr>
        </p:nvSpPr>
        <p:spPr/>
        <p:txBody>
          <a:bodyPr/>
          <a:lstStyle/>
          <a:p>
            <a:r>
              <a:rPr lang="en-US" dirty="0">
                <a:ea typeface="Calibri"/>
              </a:rPr>
              <a:t>Outlook</a:t>
            </a:r>
            <a:endParaRPr lang="en-US" dirty="0"/>
          </a:p>
        </p:txBody>
      </p:sp>
      <p:sp>
        <p:nvSpPr>
          <p:cNvPr id="4" name="Text Placeholder 3">
            <a:extLst>
              <a:ext uri="{FF2B5EF4-FFF2-40B4-BE49-F238E27FC236}">
                <a16:creationId xmlns:a16="http://schemas.microsoft.com/office/drawing/2014/main" id="{1D67642F-408B-E897-58FC-3BC67E2DEE39}"/>
              </a:ext>
            </a:extLst>
          </p:cNvPr>
          <p:cNvSpPr txBox="1">
            <a:spLocks/>
          </p:cNvSpPr>
          <p:nvPr/>
        </p:nvSpPr>
        <p:spPr>
          <a:xfrm>
            <a:off x="609600" y="1520824"/>
            <a:ext cx="10989888" cy="432117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11313" indent="-239713"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20"/>
              </a:spcBef>
            </a:pPr>
            <a:r>
              <a:rPr lang="en-US" dirty="0">
                <a:ea typeface="Calibri"/>
              </a:rPr>
              <a:t>Improve defect capture with better optics/datasets so the condition model can reliably see very small scratches and dents.</a:t>
            </a:r>
          </a:p>
          <a:p>
            <a:pPr>
              <a:spcBef>
                <a:spcPts val="20"/>
              </a:spcBef>
            </a:pPr>
            <a:endParaRPr lang="en-US" dirty="0">
              <a:latin typeface="Calibri"/>
              <a:ea typeface="Calibri"/>
              <a:cs typeface="Calibri"/>
            </a:endParaRPr>
          </a:p>
          <a:p>
            <a:pPr>
              <a:spcBef>
                <a:spcPts val="20"/>
              </a:spcBef>
            </a:pPr>
            <a:r>
              <a:rPr lang="en-US" dirty="0">
                <a:latin typeface="Calibri"/>
                <a:ea typeface="Calibri"/>
                <a:cs typeface="Calibri"/>
              </a:rPr>
              <a:t>Develop multi‑view fusion to combine front/back/left/right detections into a single 3D‑consistent component representation in the graph.</a:t>
            </a:r>
            <a:endParaRPr lang="en-US">
              <a:ea typeface="Calibri" panose="020F0502020204030204" pitchFamily="34" charset="0"/>
            </a:endParaRPr>
          </a:p>
          <a:p>
            <a:pPr>
              <a:spcBef>
                <a:spcPts val="20"/>
              </a:spcBef>
            </a:pPr>
            <a:endParaRPr lang="en-US" dirty="0">
              <a:latin typeface="Calibri"/>
              <a:ea typeface="Calibri"/>
              <a:cs typeface="Calibri"/>
            </a:endParaRPr>
          </a:p>
          <a:p>
            <a:pPr>
              <a:spcBef>
                <a:spcPts val="20"/>
              </a:spcBef>
            </a:pPr>
            <a:r>
              <a:rPr lang="en-US" dirty="0">
                <a:latin typeface="Calibri"/>
                <a:ea typeface="Calibri"/>
                <a:cs typeface="Calibri"/>
              </a:rPr>
              <a:t>Introduce multi‑marker photogrammetry on the rig and more robust length estimation in the web workflow.</a:t>
            </a:r>
            <a:endParaRPr lang="en-US" dirty="0">
              <a:latin typeface="Calibri"/>
              <a:cs typeface="Calibri"/>
            </a:endParaRPr>
          </a:p>
          <a:p>
            <a:pPr>
              <a:spcBef>
                <a:spcPts val="20"/>
              </a:spcBef>
            </a:pPr>
            <a:endParaRPr lang="en-US" dirty="0">
              <a:latin typeface="Calibri"/>
              <a:ea typeface="Calibri"/>
              <a:cs typeface="Calibri"/>
            </a:endParaRPr>
          </a:p>
          <a:p>
            <a:pPr>
              <a:spcBef>
                <a:spcPts val="20"/>
              </a:spcBef>
            </a:pPr>
            <a:r>
              <a:rPr lang="en-US" dirty="0">
                <a:latin typeface="Calibri"/>
                <a:ea typeface="Calibri"/>
                <a:cs typeface="Calibri"/>
              </a:rPr>
              <a:t>Map the Neo4j schema to Asset Administration Shell (AAS) / Ontology Design Pattern vocabularies and add an ESPR‑compliant DPP export service.</a:t>
            </a:r>
            <a:endParaRPr lang="en-US" dirty="0">
              <a:latin typeface="Calibri"/>
              <a:cs typeface="Calibri"/>
            </a:endParaRPr>
          </a:p>
          <a:p>
            <a:pPr>
              <a:spcBef>
                <a:spcPts val="20"/>
              </a:spcBef>
            </a:pPr>
            <a:endParaRPr lang="en-US" dirty="0">
              <a:latin typeface="Calibri"/>
              <a:ea typeface="Calibri"/>
              <a:cs typeface="Calibri"/>
            </a:endParaRPr>
          </a:p>
          <a:p>
            <a:pPr>
              <a:spcBef>
                <a:spcPts val="20"/>
              </a:spcBef>
            </a:pPr>
            <a:r>
              <a:rPr lang="en-US" dirty="0">
                <a:latin typeface="Calibri"/>
                <a:ea typeface="Calibri"/>
                <a:cs typeface="Calibri"/>
              </a:rPr>
              <a:t>Add furniture‑level classification and incremental/on‑device learning so new components and variants can be integrated without full retraining.</a:t>
            </a:r>
            <a:endParaRPr lang="en-US" dirty="0">
              <a:latin typeface="Calibri"/>
              <a:cs typeface="Calibri"/>
            </a:endParaRPr>
          </a:p>
          <a:p>
            <a:pPr>
              <a:spcBef>
                <a:spcPts val="20"/>
              </a:spcBef>
            </a:pPr>
            <a:endParaRPr lang="en-US" dirty="0">
              <a:ea typeface="Calibri"/>
            </a:endParaRPr>
          </a:p>
        </p:txBody>
      </p:sp>
    </p:spTree>
    <p:extLst>
      <p:ext uri="{BB962C8B-B14F-4D97-AF65-F5344CB8AC3E}">
        <p14:creationId xmlns:p14="http://schemas.microsoft.com/office/powerpoint/2010/main" val="393343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40200-5400-75CD-FEAF-743F781FC917}"/>
              </a:ext>
            </a:extLst>
          </p:cNvPr>
          <p:cNvSpPr>
            <a:spLocks noGrp="1"/>
          </p:cNvSpPr>
          <p:nvPr>
            <p:ph type="title"/>
          </p:nvPr>
        </p:nvSpPr>
        <p:spPr/>
        <p:txBody>
          <a:bodyPr/>
          <a:lstStyle/>
          <a:p>
            <a:r>
              <a:rPr lang="en-US" dirty="0">
                <a:latin typeface="Calibri"/>
                <a:ea typeface="Calibri"/>
                <a:cs typeface="Calibri"/>
              </a:rPr>
              <a:t>Thank you for your Attention</a:t>
            </a:r>
            <a:endParaRPr lang="en-US" dirty="0">
              <a:ea typeface="Calibri"/>
            </a:endParaRPr>
          </a:p>
        </p:txBody>
      </p:sp>
      <p:sp>
        <p:nvSpPr>
          <p:cNvPr id="7" name="Content Placeholder 1">
            <a:extLst>
              <a:ext uri="{FF2B5EF4-FFF2-40B4-BE49-F238E27FC236}">
                <a16:creationId xmlns:a16="http://schemas.microsoft.com/office/drawing/2014/main" id="{C870F837-3E07-85B0-138B-F0C367CDCD3C}"/>
              </a:ext>
            </a:extLst>
          </p:cNvPr>
          <p:cNvSpPr txBox="1">
            <a:spLocks/>
          </p:cNvSpPr>
          <p:nvPr/>
        </p:nvSpPr>
        <p:spPr>
          <a:xfrm>
            <a:off x="608013" y="1520825"/>
            <a:ext cx="10979150" cy="4321175"/>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11313" indent="-239713"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rgbClr val="111827"/>
                </a:solidFill>
                <a:latin typeface="Calibri"/>
                <a:ea typeface="Calibri"/>
                <a:cs typeface="Calibri"/>
              </a:rPr>
              <a:t>Contact: </a:t>
            </a:r>
            <a:r>
              <a:rPr lang="en-US" dirty="0">
                <a:solidFill>
                  <a:srgbClr val="111827"/>
                </a:solidFill>
                <a:latin typeface="Calibri"/>
                <a:ea typeface="Calibri"/>
                <a:cs typeface="Calibri"/>
                <a:hlinkClick r:id="rId3"/>
              </a:rPr>
              <a:t>peter.stein@dfki.de</a:t>
            </a:r>
            <a:endParaRPr lang="en-US">
              <a:solidFill>
                <a:srgbClr val="706F6F"/>
              </a:solidFill>
              <a:ea typeface="Calibri"/>
            </a:endParaRPr>
          </a:p>
          <a:p>
            <a:r>
              <a:rPr lang="en-US" dirty="0">
                <a:solidFill>
                  <a:srgbClr val="111827"/>
                </a:solidFill>
                <a:latin typeface="Calibri"/>
                <a:ea typeface="Calibri"/>
                <a:cs typeface="Calibri"/>
              </a:rPr>
              <a:t>GitHub: </a:t>
            </a:r>
            <a:r>
              <a:rPr lang="en-US" dirty="0">
                <a:solidFill>
                  <a:srgbClr val="111827"/>
                </a:solidFill>
                <a:latin typeface="Calibri"/>
                <a:ea typeface="Calibri"/>
                <a:cs typeface="Calibri"/>
                <a:hlinkClick r:id="rId4"/>
              </a:rPr>
              <a:t>http://github.com/Green-AI-Hub-Mittelstand/SUSPEKT</a:t>
            </a:r>
            <a:endParaRPr lang="en-US">
              <a:solidFill>
                <a:srgbClr val="111827"/>
              </a:solidFill>
              <a:ea typeface="Calibri"/>
            </a:endParaRPr>
          </a:p>
          <a:p>
            <a:endParaRPr lang="en-US" dirty="0">
              <a:solidFill>
                <a:srgbClr val="111827"/>
              </a:solidFill>
              <a:ea typeface="Calibri"/>
            </a:endParaRPr>
          </a:p>
          <a:p>
            <a:pPr marL="0" indent="0">
              <a:buNone/>
            </a:pPr>
            <a:r>
              <a:rPr lang="en-US" dirty="0">
                <a:solidFill>
                  <a:srgbClr val="111827"/>
                </a:solidFill>
                <a:latin typeface="Calibri"/>
                <a:ea typeface="Calibri"/>
                <a:cs typeface="Calibri"/>
              </a:rPr>
              <a:t>Time for Questions</a:t>
            </a:r>
          </a:p>
          <a:p>
            <a:endParaRPr lang="en-US" dirty="0">
              <a:solidFill>
                <a:srgbClr val="111827"/>
              </a:solidFill>
              <a:ea typeface="Calibri"/>
            </a:endParaRPr>
          </a:p>
        </p:txBody>
      </p:sp>
    </p:spTree>
    <p:extLst>
      <p:ext uri="{BB962C8B-B14F-4D97-AF65-F5344CB8AC3E}">
        <p14:creationId xmlns:p14="http://schemas.microsoft.com/office/powerpoint/2010/main" val="1451488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C184D-006D-19D0-2A36-87AE89D959DB}"/>
              </a:ext>
            </a:extLst>
          </p:cNvPr>
          <p:cNvSpPr>
            <a:spLocks noGrp="1"/>
          </p:cNvSpPr>
          <p:nvPr>
            <p:ph type="title"/>
          </p:nvPr>
        </p:nvSpPr>
        <p:spPr/>
        <p:txBody>
          <a:bodyPr/>
          <a:lstStyle/>
          <a:p>
            <a:r>
              <a:rPr lang="en-US" dirty="0">
                <a:latin typeface="Calibri"/>
                <a:ea typeface="Calibri"/>
                <a:cs typeface="Calibri"/>
              </a:rPr>
              <a:t>Sources</a:t>
            </a:r>
            <a:endParaRPr lang="en-US" dirty="0"/>
          </a:p>
        </p:txBody>
      </p:sp>
      <p:sp>
        <p:nvSpPr>
          <p:cNvPr id="4" name="Text Placeholder 3">
            <a:extLst>
              <a:ext uri="{FF2B5EF4-FFF2-40B4-BE49-F238E27FC236}">
                <a16:creationId xmlns:a16="http://schemas.microsoft.com/office/drawing/2014/main" id="{1851349E-9167-9C92-E186-61BEEC0FFA39}"/>
              </a:ext>
            </a:extLst>
          </p:cNvPr>
          <p:cNvSpPr txBox="1">
            <a:spLocks/>
          </p:cNvSpPr>
          <p:nvPr/>
        </p:nvSpPr>
        <p:spPr>
          <a:xfrm>
            <a:off x="609600" y="1520824"/>
            <a:ext cx="10989888" cy="432117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1pPr>
            <a:lvl2pPr marL="742950" indent="-285750" algn="l" defTabSz="457200" rtl="0" eaLnBrk="1" latinLnBrk="0" hangingPunct="1">
              <a:spcBef>
                <a:spcPct val="20000"/>
              </a:spcBef>
              <a:buFont typeface="Arial" panose="020B0604020202020204" pitchFamily="34" charset="0"/>
              <a:buChar char="•"/>
              <a:defRPr sz="1700" b="0" i="0" kern="1200">
                <a:solidFill>
                  <a:schemeClr val="accent4"/>
                </a:solidFill>
                <a:latin typeface="Calibri" panose="020F0502020204030204" pitchFamily="34" charset="0"/>
                <a:ea typeface="+mn-ea"/>
                <a:cs typeface="Calibri" panose="020F0502020204030204" pitchFamily="34" charset="0"/>
              </a:defRPr>
            </a:lvl2pPr>
            <a:lvl3pPr marL="1143000" indent="-228600" algn="l" defTabSz="457200" rtl="0" eaLnBrk="1" latinLnBrk="0" hangingPunct="1">
              <a:spcBef>
                <a:spcPct val="20000"/>
              </a:spcBef>
              <a:buFont typeface="Arial"/>
              <a:buChar char="•"/>
              <a:defRPr sz="1600" b="0" i="0" kern="1200">
                <a:solidFill>
                  <a:schemeClr val="accent4"/>
                </a:solidFill>
                <a:latin typeface="Calibri" panose="020F0502020204030204" pitchFamily="34" charset="0"/>
                <a:ea typeface="+mn-ea"/>
                <a:cs typeface="Calibri" panose="020F0502020204030204" pitchFamily="34" charset="0"/>
              </a:defRPr>
            </a:lvl3pPr>
            <a:lvl4pPr marL="1611313" indent="-239713" algn="l" defTabSz="457200" rtl="0" eaLnBrk="1" latinLnBrk="0" hangingPunct="1">
              <a:spcBef>
                <a:spcPct val="20000"/>
              </a:spcBef>
              <a:buFont typeface="Arial" panose="020B0604020202020204" pitchFamily="34" charset="0"/>
              <a:buChar char="•"/>
              <a:defRPr lang="de-DE" sz="1400" b="0" i="0" kern="1200" smtClean="0">
                <a:solidFill>
                  <a:schemeClr val="accent4"/>
                </a:solidFill>
                <a:effectLst/>
                <a:latin typeface="Calibri" panose="020F0502020204030204" pitchFamily="34" charset="0"/>
                <a:ea typeface="+mn-ea"/>
                <a:cs typeface="Calibri" panose="020F0502020204030204" pitchFamily="34" charset="0"/>
              </a:defRPr>
            </a:lvl4pPr>
            <a:lvl5pPr marL="2057400" indent="-228600" algn="l" defTabSz="457200" rtl="0" eaLnBrk="1" latinLnBrk="0" hangingPunct="1">
              <a:spcBef>
                <a:spcPct val="20000"/>
              </a:spcBef>
              <a:buFont typeface="Arial" panose="020B0604020202020204" pitchFamily="34" charset="0"/>
              <a:buChar char="•"/>
              <a:defRPr sz="1200" b="0" i="0" kern="1200">
                <a:solidFill>
                  <a:schemeClr val="accent4"/>
                </a:solidFill>
                <a:latin typeface="Calibri" panose="020F0502020204030204" pitchFamily="34" charset="0"/>
                <a:ea typeface="+mn-ea"/>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latin typeface="Calibri"/>
                <a:ea typeface="Calibri"/>
                <a:cs typeface="Calibri"/>
                <a:hlinkClick r:id="rId2"/>
              </a:rPr>
              <a:t>https://commission.europa.eu/energy-climate-change-environment/standards-tools-and-labels/products-labelling-rules-and-requirements/ecodesign-sustainable-products-regulation_en</a:t>
            </a:r>
            <a:endParaRPr lang="en-US"/>
          </a:p>
          <a:p>
            <a:endParaRPr lang="en-US" dirty="0">
              <a:ea typeface="Calibri"/>
            </a:endParaRPr>
          </a:p>
        </p:txBody>
      </p:sp>
    </p:spTree>
    <p:extLst>
      <p:ext uri="{BB962C8B-B14F-4D97-AF65-F5344CB8AC3E}">
        <p14:creationId xmlns:p14="http://schemas.microsoft.com/office/powerpoint/2010/main" val="1878055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091A-8E0A-A600-114B-847AEC86553A}"/>
              </a:ext>
            </a:extLst>
          </p:cNvPr>
          <p:cNvSpPr>
            <a:spLocks noGrp="1"/>
          </p:cNvSpPr>
          <p:nvPr>
            <p:ph type="title"/>
          </p:nvPr>
        </p:nvSpPr>
        <p:spPr/>
        <p:txBody>
          <a:bodyPr/>
          <a:lstStyle/>
          <a:p>
            <a:r>
              <a:rPr lang="en-US" dirty="0">
                <a:latin typeface="Calibri"/>
                <a:ea typeface="Calibri"/>
                <a:cs typeface="Calibri"/>
              </a:rPr>
              <a:t>Screenshots</a:t>
            </a:r>
            <a:endParaRPr lang="en-US" dirty="0"/>
          </a:p>
        </p:txBody>
      </p:sp>
    </p:spTree>
    <p:extLst>
      <p:ext uri="{BB962C8B-B14F-4D97-AF65-F5344CB8AC3E}">
        <p14:creationId xmlns:p14="http://schemas.microsoft.com/office/powerpoint/2010/main" val="3477448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4B391C51-CC30-62D4-D78E-66D23C2773FE}"/>
              </a:ext>
            </a:extLst>
          </p:cNvPr>
          <p:cNvPicPr>
            <a:picLocks noChangeAspect="1"/>
          </p:cNvPicPr>
          <p:nvPr/>
        </p:nvPicPr>
        <p:blipFill>
          <a:blip r:embed="rId2"/>
          <a:stretch>
            <a:fillRect/>
          </a:stretch>
        </p:blipFill>
        <p:spPr>
          <a:xfrm>
            <a:off x="1645444" y="0"/>
            <a:ext cx="8901113" cy="6858000"/>
          </a:xfrm>
          <a:prstGeom prst="rect">
            <a:avLst/>
          </a:prstGeom>
        </p:spPr>
      </p:pic>
    </p:spTree>
    <p:extLst>
      <p:ext uri="{BB962C8B-B14F-4D97-AF65-F5344CB8AC3E}">
        <p14:creationId xmlns:p14="http://schemas.microsoft.com/office/powerpoint/2010/main" val="328634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10;&#10;AI-generated content may be incorrect.">
            <a:extLst>
              <a:ext uri="{FF2B5EF4-FFF2-40B4-BE49-F238E27FC236}">
                <a16:creationId xmlns:a16="http://schemas.microsoft.com/office/drawing/2014/main" id="{2A950880-85AF-EC33-FD06-B66F82B3B7C5}"/>
              </a:ext>
            </a:extLst>
          </p:cNvPr>
          <p:cNvPicPr>
            <a:picLocks noChangeAspect="1"/>
          </p:cNvPicPr>
          <p:nvPr/>
        </p:nvPicPr>
        <p:blipFill>
          <a:blip r:embed="rId2"/>
          <a:stretch>
            <a:fillRect/>
          </a:stretch>
        </p:blipFill>
        <p:spPr>
          <a:xfrm>
            <a:off x="1645444" y="0"/>
            <a:ext cx="8901113" cy="6858000"/>
          </a:xfrm>
          <a:prstGeom prst="rect">
            <a:avLst/>
          </a:prstGeom>
        </p:spPr>
      </p:pic>
    </p:spTree>
    <p:extLst>
      <p:ext uri="{BB962C8B-B14F-4D97-AF65-F5344CB8AC3E}">
        <p14:creationId xmlns:p14="http://schemas.microsoft.com/office/powerpoint/2010/main" val="4111917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DBE2BE99-B378-6973-83C3-16C316054849}"/>
              </a:ext>
            </a:extLst>
          </p:cNvPr>
          <p:cNvPicPr>
            <a:picLocks noChangeAspect="1"/>
          </p:cNvPicPr>
          <p:nvPr/>
        </p:nvPicPr>
        <p:blipFill>
          <a:blip r:embed="rId2"/>
          <a:stretch>
            <a:fillRect/>
          </a:stretch>
        </p:blipFill>
        <p:spPr>
          <a:xfrm>
            <a:off x="1645444" y="0"/>
            <a:ext cx="8901113" cy="6858000"/>
          </a:xfrm>
          <a:prstGeom prst="rect">
            <a:avLst/>
          </a:prstGeom>
        </p:spPr>
      </p:pic>
    </p:spTree>
    <p:extLst>
      <p:ext uri="{BB962C8B-B14F-4D97-AF65-F5344CB8AC3E}">
        <p14:creationId xmlns:p14="http://schemas.microsoft.com/office/powerpoint/2010/main" val="649081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84770874-62D9-DE75-7D3C-C99374466E2E}"/>
              </a:ext>
            </a:extLst>
          </p:cNvPr>
          <p:cNvPicPr>
            <a:picLocks noChangeAspect="1"/>
          </p:cNvPicPr>
          <p:nvPr/>
        </p:nvPicPr>
        <p:blipFill>
          <a:blip r:embed="rId2"/>
          <a:stretch>
            <a:fillRect/>
          </a:stretch>
        </p:blipFill>
        <p:spPr>
          <a:xfrm>
            <a:off x="1606153" y="0"/>
            <a:ext cx="8979694" cy="6858000"/>
          </a:xfrm>
          <a:prstGeom prst="rect">
            <a:avLst/>
          </a:prstGeom>
        </p:spPr>
      </p:pic>
    </p:spTree>
    <p:extLst>
      <p:ext uri="{BB962C8B-B14F-4D97-AF65-F5344CB8AC3E}">
        <p14:creationId xmlns:p14="http://schemas.microsoft.com/office/powerpoint/2010/main" val="1888701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website&#10;&#10;AI-generated content may be incorrect.">
            <a:extLst>
              <a:ext uri="{FF2B5EF4-FFF2-40B4-BE49-F238E27FC236}">
                <a16:creationId xmlns:a16="http://schemas.microsoft.com/office/drawing/2014/main" id="{7D19168E-5408-63C9-1CD8-6C0C0F0A4159}"/>
              </a:ext>
            </a:extLst>
          </p:cNvPr>
          <p:cNvPicPr>
            <a:picLocks noChangeAspect="1"/>
          </p:cNvPicPr>
          <p:nvPr/>
        </p:nvPicPr>
        <p:blipFill>
          <a:blip r:embed="rId2"/>
          <a:stretch>
            <a:fillRect/>
          </a:stretch>
        </p:blipFill>
        <p:spPr>
          <a:xfrm>
            <a:off x="1619349" y="0"/>
            <a:ext cx="8953301" cy="6858000"/>
          </a:xfrm>
          <a:prstGeom prst="rect">
            <a:avLst/>
          </a:prstGeom>
        </p:spPr>
      </p:pic>
    </p:spTree>
    <p:extLst>
      <p:ext uri="{BB962C8B-B14F-4D97-AF65-F5344CB8AC3E}">
        <p14:creationId xmlns:p14="http://schemas.microsoft.com/office/powerpoint/2010/main" val="2156893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3036952"/>
      </p:ext>
    </p:extLst>
  </p:cSld>
  <p:clrMapOvr>
    <a:masterClrMapping/>
  </p:clrMapOvr>
</p:sld>
</file>

<file path=ppt/theme/theme1.xml><?xml version="1.0" encoding="utf-8"?>
<a:theme xmlns:a="http://schemas.openxmlformats.org/drawingml/2006/main" name="SmartFactory-KL">
  <a:themeElements>
    <a:clrScheme name="SmartFactory-KL">
      <a:dk1>
        <a:srgbClr val="706F6F"/>
      </a:dk1>
      <a:lt1>
        <a:srgbClr val="FFFFFF"/>
      </a:lt1>
      <a:dk2>
        <a:srgbClr val="1A2E5F"/>
      </a:dk2>
      <a:lt2>
        <a:srgbClr val="EEECE1"/>
      </a:lt2>
      <a:accent1>
        <a:srgbClr val="1B567C"/>
      </a:accent1>
      <a:accent2>
        <a:srgbClr val="32B9B4"/>
      </a:accent2>
      <a:accent3>
        <a:srgbClr val="143353"/>
      </a:accent3>
      <a:accent4>
        <a:srgbClr val="706F6F"/>
      </a:accent4>
      <a:accent5>
        <a:srgbClr val="B2B2B2"/>
      </a:accent5>
      <a:accent6>
        <a:srgbClr val="E3E3E3"/>
      </a:accent6>
      <a:hlink>
        <a:srgbClr val="32B9B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F_Folienmaster.potx" id="{B0593B6B-C268-4C3E-8D8E-39BE339933EC}" vid="{62FF384B-71E0-485D-AC57-C8A46EF38C59}"/>
    </a:ext>
  </a:extLst>
</a:theme>
</file>

<file path=ppt/theme/theme2.xml><?xml version="1.0" encoding="utf-8"?>
<a:theme xmlns:a="http://schemas.openxmlformats.org/drawingml/2006/main" name="SF und DFKI">
  <a:themeElements>
    <a:clrScheme name="SmartFactory-KL">
      <a:dk1>
        <a:srgbClr val="706F6F"/>
      </a:dk1>
      <a:lt1>
        <a:srgbClr val="FFFFFF"/>
      </a:lt1>
      <a:dk2>
        <a:srgbClr val="1A2E5F"/>
      </a:dk2>
      <a:lt2>
        <a:srgbClr val="EEECE1"/>
      </a:lt2>
      <a:accent1>
        <a:srgbClr val="1B567C"/>
      </a:accent1>
      <a:accent2>
        <a:srgbClr val="32B9B4"/>
      </a:accent2>
      <a:accent3>
        <a:srgbClr val="143353"/>
      </a:accent3>
      <a:accent4>
        <a:srgbClr val="706F6F"/>
      </a:accent4>
      <a:accent5>
        <a:srgbClr val="B2B2B2"/>
      </a:accent5>
      <a:accent6>
        <a:srgbClr val="E3E3E3"/>
      </a:accent6>
      <a:hlink>
        <a:srgbClr val="32B9B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F_Folienmaster.potx" id="{B0593B6B-C268-4C3E-8D8E-39BE339933EC}" vid="{FD4EFB31-54CB-4466-8544-AB74C6D49DA5}"/>
    </a:ext>
  </a:extLst>
</a:theme>
</file>

<file path=ppt/theme/theme3.xml><?xml version="1.0" encoding="utf-8"?>
<a:theme xmlns:a="http://schemas.openxmlformats.org/drawingml/2006/main" name="SF, DFKI und WSKL">
  <a:themeElements>
    <a:clrScheme name="SmartFactory-KL">
      <a:dk1>
        <a:srgbClr val="706F6F"/>
      </a:dk1>
      <a:lt1>
        <a:srgbClr val="FFFFFF"/>
      </a:lt1>
      <a:dk2>
        <a:srgbClr val="1A2E5F"/>
      </a:dk2>
      <a:lt2>
        <a:srgbClr val="EEECE1"/>
      </a:lt2>
      <a:accent1>
        <a:srgbClr val="1B567C"/>
      </a:accent1>
      <a:accent2>
        <a:srgbClr val="32B9B4"/>
      </a:accent2>
      <a:accent3>
        <a:srgbClr val="143353"/>
      </a:accent3>
      <a:accent4>
        <a:srgbClr val="706F6F"/>
      </a:accent4>
      <a:accent5>
        <a:srgbClr val="B2B2B2"/>
      </a:accent5>
      <a:accent6>
        <a:srgbClr val="E3E3E3"/>
      </a:accent6>
      <a:hlink>
        <a:srgbClr val="32B9B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F_Folienmaster.potx" id="{B0593B6B-C268-4C3E-8D8E-39BE339933EC}" vid="{ED510CFF-0F86-4F02-AD70-FDA64084800F}"/>
    </a:ext>
  </a:extLst>
</a:theme>
</file>

<file path=ppt/theme/theme4.xml><?xml version="1.0" encoding="utf-8"?>
<a:theme xmlns:a="http://schemas.openxmlformats.org/drawingml/2006/main" name="WSKL">
  <a:themeElements>
    <a:clrScheme name="WSKL">
      <a:dk1>
        <a:srgbClr val="706F6F"/>
      </a:dk1>
      <a:lt1>
        <a:srgbClr val="FFFFFF"/>
      </a:lt1>
      <a:dk2>
        <a:srgbClr val="1A2E5F"/>
      </a:dk2>
      <a:lt2>
        <a:srgbClr val="EEECE1"/>
      </a:lt2>
      <a:accent1>
        <a:srgbClr val="1B567C"/>
      </a:accent1>
      <a:accent2>
        <a:srgbClr val="32B9B4"/>
      </a:accent2>
      <a:accent3>
        <a:srgbClr val="143353"/>
      </a:accent3>
      <a:accent4>
        <a:srgbClr val="706F6F"/>
      </a:accent4>
      <a:accent5>
        <a:srgbClr val="B2B2B2"/>
      </a:accent5>
      <a:accent6>
        <a:srgbClr val="E3E3E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F_Folienmaster.potx" id="{B0593B6B-C268-4C3E-8D8E-39BE339933EC}" vid="{FDAAD349-4831-4B73-A542-FFB18DBFD637}"/>
    </a:ext>
  </a:extLst>
</a:theme>
</file>

<file path=ppt/theme/theme5.xml><?xml version="1.0" encoding="utf-8"?>
<a:theme xmlns:a="http://schemas.openxmlformats.org/drawingml/2006/main" name="Larissa">
  <a:themeElements>
    <a:clrScheme name="Larissa">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Larissa">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9595520f-5359-4ba1-8526-c908188801a5" xsi:nil="true"/>
    <lcf76f155ced4ddcb4097134ff3c332f xmlns="715a617b-90dc-431f-829f-75c31740f29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702FD03675CC6A49805B722AABF4AC81" ma:contentTypeVersion="13" ma:contentTypeDescription="Ein neues Dokument erstellen." ma:contentTypeScope="" ma:versionID="202e64f9da2b969e61e1a99e642e50d2">
  <xsd:schema xmlns:xsd="http://www.w3.org/2001/XMLSchema" xmlns:xs="http://www.w3.org/2001/XMLSchema" xmlns:p="http://schemas.microsoft.com/office/2006/metadata/properties" xmlns:ns2="715a617b-90dc-431f-829f-75c31740f298" xmlns:ns3="9595520f-5359-4ba1-8526-c908188801a5" targetNamespace="http://schemas.microsoft.com/office/2006/metadata/properties" ma:root="true" ma:fieldsID="626bd4369abe163e5a630f4238b5dc9d" ns2:_="" ns3:_="">
    <xsd:import namespace="715a617b-90dc-431f-829f-75c31740f298"/>
    <xsd:import namespace="9595520f-5359-4ba1-8526-c908188801a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5a617b-90dc-431f-829f-75c31740f2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12b9b26c-3cee-443e-b974-cf8ae65fbdc1"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95520f-5359-4ba1-8526-c908188801a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82dbd6c-9635-4010-94cd-7533144a9096}" ma:internalName="TaxCatchAll" ma:showField="CatchAllData" ma:web="9595520f-5359-4ba1-8526-c908188801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B66A6C-AAF1-4C59-BF82-6646BE42EB62}">
  <ds:schemaRefs>
    <ds:schemaRef ds:uri="http://schemas.microsoft.com/sharepoint/v3/contenttype/forms"/>
  </ds:schemaRefs>
</ds:datastoreItem>
</file>

<file path=customXml/itemProps2.xml><?xml version="1.0" encoding="utf-8"?>
<ds:datastoreItem xmlns:ds="http://schemas.openxmlformats.org/officeDocument/2006/customXml" ds:itemID="{E3B41458-BDBE-43B7-A9EB-47FC49D8107D}">
  <ds:schemaRefs>
    <ds:schemaRef ds:uri="715a617b-90dc-431f-829f-75c31740f298"/>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purl.org/dc/terms/"/>
    <ds:schemaRef ds:uri="9595520f-5359-4ba1-8526-c908188801a5"/>
    <ds:schemaRef ds:uri="http://www.w3.org/XML/1998/namespace"/>
    <ds:schemaRef ds:uri="http://purl.org/dc/dcmitype/"/>
  </ds:schemaRefs>
</ds:datastoreItem>
</file>

<file path=customXml/itemProps3.xml><?xml version="1.0" encoding="utf-8"?>
<ds:datastoreItem xmlns:ds="http://schemas.openxmlformats.org/officeDocument/2006/customXml" ds:itemID="{6076C925-F05C-4C9C-A059-8C619D6979CC}">
  <ds:schemaRefs>
    <ds:schemaRef ds:uri="715a617b-90dc-431f-829f-75c31740f298"/>
    <ds:schemaRef ds:uri="9595520f-5359-4ba1-8526-c908188801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SF_Folienmaster</Template>
  <TotalTime>0</TotalTime>
  <Words>1846</Words>
  <Application>Microsoft Office PowerPoint</Application>
  <PresentationFormat>Widescreen</PresentationFormat>
  <Paragraphs>199</Paragraphs>
  <Slides>19</Slides>
  <Notes>8</Notes>
  <HiddenSlides>0</HiddenSlides>
  <MMClips>0</MMClips>
  <ScaleCrop>false</ScaleCrop>
  <HeadingPairs>
    <vt:vector size="4" baseType="variant">
      <vt:variant>
        <vt:lpstr>Theme</vt:lpstr>
      </vt:variant>
      <vt:variant>
        <vt:i4>4</vt:i4>
      </vt:variant>
      <vt:variant>
        <vt:lpstr>Slide Titles</vt:lpstr>
      </vt:variant>
      <vt:variant>
        <vt:i4>19</vt:i4>
      </vt:variant>
    </vt:vector>
  </HeadingPairs>
  <TitlesOfParts>
    <vt:vector size="23" baseType="lpstr">
      <vt:lpstr>SmartFactory-KL</vt:lpstr>
      <vt:lpstr>SF und DFKI</vt:lpstr>
      <vt:lpstr>SF, DFKI und WSKL</vt:lpstr>
      <vt:lpstr>WSKL</vt:lpstr>
      <vt:lpstr>A Collection-based Digital Product Passport  Suitable for Tracking Parts With No ID  Presenter: Peter Stein  Jonas Brozeit, Abdullah Farrukh,  Peter Stein, Christiane Plociennik, Martin Ruskowski  14.11.2025</vt:lpstr>
      <vt:lpstr>Motivation</vt:lpstr>
      <vt:lpstr>Solution Concept: Collections</vt:lpstr>
      <vt:lpstr>Training</vt:lpstr>
      <vt:lpstr>Technical Implementation: Web Application</vt:lpstr>
      <vt:lpstr>Demonstrator</vt:lpstr>
      <vt:lpstr>Results</vt:lpstr>
      <vt:lpstr>Limitations</vt:lpstr>
      <vt:lpstr>Conclusion</vt:lpstr>
      <vt:lpstr>Outlook</vt:lpstr>
      <vt:lpstr>Thank you for your Attention</vt:lpstr>
      <vt:lpstr>Sources</vt:lpstr>
      <vt:lpstr>Screenshots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Stein</dc:creator>
  <cp:lastModifiedBy>Peter Stein</cp:lastModifiedBy>
  <cp:revision>590</cp:revision>
  <cp:lastPrinted>2025-10-29T09:15:34Z</cp:lastPrinted>
  <dcterms:created xsi:type="dcterms:W3CDTF">2025-07-23T15:45:22Z</dcterms:created>
  <dcterms:modified xsi:type="dcterms:W3CDTF">2025-11-14T03:21:47Z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0x010100702FD03675CC6A49805B722AABF4AC81</vt:lpwstr>
  </property>
  <property fmtid="{D5CDD505-2E9C-101B-9397-08002B2CF9AE}" pid="3" name="tag">
    <vt:lpwstr>2;#Powerpoint|63b510b2-7cf4-43ed-914e-4e3974d71197</vt:lpwstr>
  </property>
  <property fmtid="{D5CDD505-2E9C-101B-9397-08002B2CF9AE}" pid="4" name="MediaServiceImageTags">
    <vt:lpwstr/>
  </property>
</Properties>
</file>